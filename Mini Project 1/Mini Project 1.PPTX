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9959E-9D50-24F8-4719-879D9B6FE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A69FE0-CF8C-7579-4169-1A53D4A4C8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A060D-F501-CD3E-516D-D7DB7C808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CEDBD-1E72-35A9-D6AF-4E3A50FA6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213F4-D557-C400-409F-5FE8A0423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40581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9B056-0F9B-4669-A97A-FF1B40FD5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7607B-7113-FF8F-F698-A36DA892F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A730D-1BAD-C017-137E-73A7B27DD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BC3E6-631F-D8CF-4607-A01F660FB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31919-C401-2B1D-7FDC-1DA5B225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42998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7564C-DB66-37D2-E20F-C42C4328A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1335F1-0725-AEC4-C697-D4F54BE11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E8E01-3734-F3FA-A38B-01699449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7EBDA-D41F-02D8-8DC5-E34ADED99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CA86C-D37A-F564-3E95-EEC37518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35476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9462A-4D92-9FE0-FD09-23C621F96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1F4DD-E23B-78D9-B267-D796F83711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9E11CB-71EC-A150-6D2C-DD0948700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23BCE-7426-5CC0-F435-DA674FB6A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9177BB-B873-FD1D-D5C3-802694972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5C6F1-C21E-5B55-F73E-F4937774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93683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2225-60C3-950E-AB01-CE1017CE4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547E66-4C24-489B-C232-711B301BA4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794E9-31A3-B2DD-CFBD-775A8C8E1C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1E943D-8664-9B6A-25DB-8D640118D6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677208-114B-7ECF-1DCC-209F3E6D4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674751-0196-1C09-6B59-B517D425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7E25C-74BF-410B-2B40-2D61D6BD8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D4E2E5-D0BC-FC18-4951-0F5749DED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80441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AC2D2-B228-F6AE-0FBA-6D6B138C6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553880-3934-B65A-8040-486F6D1E8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494F9F-AA0A-B294-71F4-7C1661260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E5CA4E-1A4B-14C0-44BE-BE952EB2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46428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805037-B961-9129-47D3-081D3484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B79D7B-F4F6-19A1-9B51-C61BAFCCB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7C8671-02D8-FB4F-3C6C-98C54AA52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45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6958D-F230-3FEB-4987-226105959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30BF-F370-FAA5-C38B-AD85FF432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B232C5-97CD-5377-2C80-0062F6903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4008F5-D47C-223A-234E-C364EBF89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0767B6-3D60-EC96-303D-4DD2E1245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EFC185-8A24-8E4D-9406-E7D1683B2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07579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837A5-AA84-5414-47F2-892D342C3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23B918-EBB9-70C6-175C-F5D9AAF7C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651CD6-FE60-E033-3601-CBB48BC579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11CC67-5B35-6C3D-5C1C-487DF170C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B25923-7A78-21A7-6F67-20F9927D8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5CA812-86C6-B538-E177-899A574D0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22670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26136-69BE-7A58-C103-92E9A42FD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63590-9E85-7BA5-28B6-ED8AD822F4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8AECB-B4A2-576A-FE19-811405FAA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651BC-747E-2177-9113-7C41427ED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EC49F-1A0A-C297-8DA9-867DCE5B2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30606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E33AAD-7F95-E0F7-709A-C74B2A78C7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5E57FC-053C-F33A-8530-DF468D28FA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B4246-B686-225D-9A96-372A709EB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65DA5-5B52-1FF0-7867-46E7DB310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05B0C-6301-B257-1DE4-F58DD70B6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1104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F8C2D5-6D50-B1E6-2B00-E63F526E0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5A0E1-FF16-EBE8-C9ED-5553564DF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705BE-F847-D670-D1C7-1C8AFE054C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DD8B70-7D6D-44ED-92B1-599662F0D2AD}" type="datetimeFigureOut">
              <a:rPr lang="en-NZ" smtClean="0"/>
              <a:t>5/12/2022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C82A9-770B-5C70-F812-0B213E36BC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85284-C519-0657-801C-9D155BD19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32D101-8D21-4CDD-B624-89F92CBEFBFB}" type="slidenum">
              <a:rPr lang="en-NZ" smtClean="0"/>
              <a:t>‹#›</a:t>
            </a:fld>
            <a:endParaRPr lang="en-NZ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16ACD7-C93B-759A-ABAC-CBF4245A7EF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596563" y="6705600"/>
            <a:ext cx="1652587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NZ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Protected: TFNZ Partners Only. </a:t>
            </a:r>
          </a:p>
        </p:txBody>
      </p:sp>
    </p:spTree>
    <p:extLst>
      <p:ext uri="{BB962C8B-B14F-4D97-AF65-F5344CB8AC3E}">
        <p14:creationId xmlns:p14="http://schemas.microsoft.com/office/powerpoint/2010/main" val="602280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E1BEB12-92AF-4445-98AD-4C7756E7C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522C2C-7B5C-48A7-A969-03941E5D2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9476" y="220196"/>
            <a:ext cx="9422524" cy="6637806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6EE29F2-D77F-4BD0-A20B-334D316A1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09800" y="2099696"/>
            <a:ext cx="1942241" cy="188955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22D09ED2-868F-42C6-866E-F92E0CEF3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520172">
            <a:off x="1613162" y="1492572"/>
            <a:ext cx="2987899" cy="2987899"/>
          </a:xfrm>
          <a:prstGeom prst="arc">
            <a:avLst>
              <a:gd name="adj1" fmla="val 14455503"/>
              <a:gd name="adj2" fmla="val 227775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113922-7F86-5BAB-4308-45D6B5CC33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8600" y="1939159"/>
            <a:ext cx="7644627" cy="2751086"/>
          </a:xfrm>
        </p:spPr>
        <p:txBody>
          <a:bodyPr>
            <a:normAutofit/>
          </a:bodyPr>
          <a:lstStyle/>
          <a:p>
            <a:pPr algn="r"/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C6228F-2C77-3F5A-979E-B3EF6295C4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38600" y="4782320"/>
            <a:ext cx="7644627" cy="1329443"/>
          </a:xfrm>
        </p:spPr>
        <p:txBody>
          <a:bodyPr>
            <a:normAutofit/>
          </a:bodyPr>
          <a:lstStyle/>
          <a:p>
            <a:pPr algn="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7379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Divendra Raj</dc:creator>
  <cp:lastModifiedBy>Divendra Raj</cp:lastModifiedBy>
  <cp:revision>1</cp:revision>
  <dcterms:created xsi:type="dcterms:W3CDTF">2022-12-05T06:11:55Z</dcterms:created>
  <dcterms:modified xsi:type="dcterms:W3CDTF">2022-12-05T06:31:05Z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36198d6-5c69-44b2-a439-b311c8a3ba9e_Enabled">
    <vt:lpwstr>true</vt:lpwstr>
  </property>
  <property fmtid="{D5CDD505-2E9C-101B-9397-08002B2CF9AE}" pid="3" name="MSIP_Label_a36198d6-5c69-44b2-a439-b311c8a3ba9e_SetDate">
    <vt:lpwstr>2022-12-05T06:31:05Z</vt:lpwstr>
  </property>
  <property fmtid="{D5CDD505-2E9C-101B-9397-08002B2CF9AE}" pid="4" name="MSIP_Label_a36198d6-5c69-44b2-a439-b311c8a3ba9e_Method">
    <vt:lpwstr>Standard</vt:lpwstr>
  </property>
  <property fmtid="{D5CDD505-2E9C-101B-9397-08002B2CF9AE}" pid="5" name="MSIP_Label_a36198d6-5c69-44b2-a439-b311c8a3ba9e_Name">
    <vt:lpwstr>Trusted Partners (no RM)</vt:lpwstr>
  </property>
  <property fmtid="{D5CDD505-2E9C-101B-9397-08002B2CF9AE}" pid="6" name="MSIP_Label_a36198d6-5c69-44b2-a439-b311c8a3ba9e_SiteId">
    <vt:lpwstr>ce310dfd-2c96-4708-92cf-0665a23f4549</vt:lpwstr>
  </property>
  <property fmtid="{D5CDD505-2E9C-101B-9397-08002B2CF9AE}" pid="7" name="MSIP_Label_a36198d6-5c69-44b2-a439-b311c8a3ba9e_ActionId">
    <vt:lpwstr>55027e85-7850-49e5-b396-9ae33b5e68de</vt:lpwstr>
  </property>
  <property fmtid="{D5CDD505-2E9C-101B-9397-08002B2CF9AE}" pid="8" name="MSIP_Label_a36198d6-5c69-44b2-a439-b311c8a3ba9e_ContentBits">
    <vt:lpwstr>2</vt:lpwstr>
  </property>
  <property fmtid="{D5CDD505-2E9C-101B-9397-08002B2CF9AE}" pid="9" name="ClassificationContentMarkingFooterLocations">
    <vt:lpwstr>Office Theme:8</vt:lpwstr>
  </property>
  <property fmtid="{D5CDD505-2E9C-101B-9397-08002B2CF9AE}" pid="10" name="ClassificationContentMarkingFooterText">
    <vt:lpwstr>Protected: TFNZ Partners Only. </vt:lpwstr>
  </property>
</Properties>
</file>