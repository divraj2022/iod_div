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61" r:id="rId5"/>
    <p:sldId id="262" r:id="rId6"/>
    <p:sldId id="263" r:id="rId7"/>
    <p:sldId id="264" r:id="rId8"/>
    <p:sldId id="266" r:id="rId9"/>
    <p:sldId id="265" r:id="rId10"/>
    <p:sldId id="267" r:id="rId11"/>
    <p:sldId id="268" r:id="rId12"/>
    <p:sldId id="269" r:id="rId13"/>
    <p:sldId id="271" r:id="rId14"/>
    <p:sldId id="272" r:id="rId15"/>
    <p:sldId id="270" r:id="rId16"/>
    <p:sldId id="25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203941-8EF8-4A5C-BD6B-A7E26B9FE112}" type="doc">
      <dgm:prSet loTypeId="urn:microsoft.com/office/officeart/2009/3/layout/PhasedProcess" loCatId="process" qsTypeId="urn:microsoft.com/office/officeart/2005/8/quickstyle/simple1" qsCatId="simple" csTypeId="urn:microsoft.com/office/officeart/2005/8/colors/accent1_2" csCatId="accent1" phldr="1"/>
      <dgm:spPr/>
      <dgm:t>
        <a:bodyPr/>
        <a:lstStyle/>
        <a:p>
          <a:endParaRPr lang="en-NZ"/>
        </a:p>
      </dgm:t>
    </dgm:pt>
    <dgm:pt modelId="{30A4CD09-1E9A-45C3-A3A2-4A42599BF73B}">
      <dgm:prSet phldrT="[Text]"/>
      <dgm:spPr/>
      <dgm:t>
        <a:bodyPr/>
        <a:lstStyle/>
        <a:p>
          <a:r>
            <a:rPr lang="en-NZ" dirty="0"/>
            <a:t>Data</a:t>
          </a:r>
        </a:p>
      </dgm:t>
    </dgm:pt>
    <dgm:pt modelId="{6CB45CEA-2111-4E86-8EAB-8654A2C07365}" type="parTrans" cxnId="{970DB710-F054-4DBA-BF16-6985E6960BA0}">
      <dgm:prSet/>
      <dgm:spPr/>
      <dgm:t>
        <a:bodyPr/>
        <a:lstStyle/>
        <a:p>
          <a:endParaRPr lang="en-NZ"/>
        </a:p>
      </dgm:t>
    </dgm:pt>
    <dgm:pt modelId="{849EFD58-02A3-4626-AF0C-E227A2F10755}" type="sibTrans" cxnId="{970DB710-F054-4DBA-BF16-6985E6960BA0}">
      <dgm:prSet/>
      <dgm:spPr/>
      <dgm:t>
        <a:bodyPr/>
        <a:lstStyle/>
        <a:p>
          <a:endParaRPr lang="en-NZ"/>
        </a:p>
      </dgm:t>
    </dgm:pt>
    <dgm:pt modelId="{B1A9F7DD-E3F3-44C9-9D92-B7966E714F7E}">
      <dgm:prSet phldrT="[Text]" custT="1"/>
      <dgm:spPr/>
      <dgm:t>
        <a:bodyPr/>
        <a:lstStyle/>
        <a:p>
          <a:r>
            <a:rPr lang="en-NZ" sz="1000" dirty="0"/>
            <a:t>Importing</a:t>
          </a:r>
        </a:p>
      </dgm:t>
    </dgm:pt>
    <dgm:pt modelId="{0955AB1E-EE76-4D1D-8F5E-FC46CE1E6FDA}" type="parTrans" cxnId="{E72DFB39-1E52-4214-84AA-36102C4670B6}">
      <dgm:prSet/>
      <dgm:spPr/>
      <dgm:t>
        <a:bodyPr/>
        <a:lstStyle/>
        <a:p>
          <a:endParaRPr lang="en-NZ"/>
        </a:p>
      </dgm:t>
    </dgm:pt>
    <dgm:pt modelId="{53E8DE5F-C946-4C14-8E76-6150A5CF7D4F}" type="sibTrans" cxnId="{E72DFB39-1E52-4214-84AA-36102C4670B6}">
      <dgm:prSet/>
      <dgm:spPr/>
      <dgm:t>
        <a:bodyPr/>
        <a:lstStyle/>
        <a:p>
          <a:endParaRPr lang="en-NZ"/>
        </a:p>
      </dgm:t>
    </dgm:pt>
    <dgm:pt modelId="{AFFEF088-7DAA-44A1-AC69-E103CEBF6626}">
      <dgm:prSet phldrT="[Text]" custT="1"/>
      <dgm:spPr/>
      <dgm:t>
        <a:bodyPr/>
        <a:lstStyle/>
        <a:p>
          <a:r>
            <a:rPr lang="en-NZ" sz="1000" dirty="0"/>
            <a:t>Cleaning</a:t>
          </a:r>
        </a:p>
      </dgm:t>
    </dgm:pt>
    <dgm:pt modelId="{5D48608C-3D34-4CC2-84B9-8D3FC119750B}" type="parTrans" cxnId="{0A80A2B2-1A3E-4987-BEB2-61038127597B}">
      <dgm:prSet/>
      <dgm:spPr/>
      <dgm:t>
        <a:bodyPr/>
        <a:lstStyle/>
        <a:p>
          <a:endParaRPr lang="en-NZ"/>
        </a:p>
      </dgm:t>
    </dgm:pt>
    <dgm:pt modelId="{FE562ABF-4010-4343-8456-6F210C022D96}" type="sibTrans" cxnId="{0A80A2B2-1A3E-4987-BEB2-61038127597B}">
      <dgm:prSet/>
      <dgm:spPr/>
      <dgm:t>
        <a:bodyPr/>
        <a:lstStyle/>
        <a:p>
          <a:endParaRPr lang="en-NZ"/>
        </a:p>
      </dgm:t>
    </dgm:pt>
    <dgm:pt modelId="{D9D21C65-6651-4E5F-8D95-AB341C01EF63}">
      <dgm:prSet phldrT="[Text]" custT="1"/>
      <dgm:spPr/>
      <dgm:t>
        <a:bodyPr/>
        <a:lstStyle/>
        <a:p>
          <a:r>
            <a:rPr lang="en-NZ" sz="1000" dirty="0"/>
            <a:t>Understanding</a:t>
          </a:r>
        </a:p>
      </dgm:t>
    </dgm:pt>
    <dgm:pt modelId="{FA7324D0-E571-462F-A656-F6D1CD5BB2D4}" type="parTrans" cxnId="{08C3BE4C-B271-4322-BD06-53AB4F208754}">
      <dgm:prSet/>
      <dgm:spPr/>
      <dgm:t>
        <a:bodyPr/>
        <a:lstStyle/>
        <a:p>
          <a:endParaRPr lang="en-NZ"/>
        </a:p>
      </dgm:t>
    </dgm:pt>
    <dgm:pt modelId="{A44E8050-C66B-4BDB-80E4-66C87EBD3E4F}" type="sibTrans" cxnId="{08C3BE4C-B271-4322-BD06-53AB4F208754}">
      <dgm:prSet/>
      <dgm:spPr/>
      <dgm:t>
        <a:bodyPr/>
        <a:lstStyle/>
        <a:p>
          <a:endParaRPr lang="en-NZ"/>
        </a:p>
      </dgm:t>
    </dgm:pt>
    <dgm:pt modelId="{9CB8A637-6822-4E84-A21C-0D02E655A1DD}">
      <dgm:prSet phldrT="[Text]"/>
      <dgm:spPr/>
      <dgm:t>
        <a:bodyPr/>
        <a:lstStyle/>
        <a:p>
          <a:r>
            <a:rPr lang="en-NZ" dirty="0"/>
            <a:t>Data Modelling</a:t>
          </a:r>
        </a:p>
      </dgm:t>
    </dgm:pt>
    <dgm:pt modelId="{5FF44E48-2476-4678-8752-9F09E8C4D9FD}" type="parTrans" cxnId="{C216871B-F24E-430C-86EA-BD2675FCD7FE}">
      <dgm:prSet/>
      <dgm:spPr/>
      <dgm:t>
        <a:bodyPr/>
        <a:lstStyle/>
        <a:p>
          <a:endParaRPr lang="en-NZ"/>
        </a:p>
      </dgm:t>
    </dgm:pt>
    <dgm:pt modelId="{423BB898-069A-4FD9-9FC9-3980762FE387}" type="sibTrans" cxnId="{C216871B-F24E-430C-86EA-BD2675FCD7FE}">
      <dgm:prSet/>
      <dgm:spPr/>
      <dgm:t>
        <a:bodyPr/>
        <a:lstStyle/>
        <a:p>
          <a:endParaRPr lang="en-NZ"/>
        </a:p>
      </dgm:t>
    </dgm:pt>
    <dgm:pt modelId="{3EC047A2-6E8D-4362-9C80-B777E89B217A}">
      <dgm:prSet phldrT="[Text]"/>
      <dgm:spPr/>
      <dgm:t>
        <a:bodyPr/>
        <a:lstStyle/>
        <a:p>
          <a:r>
            <a:rPr lang="en-NZ" dirty="0"/>
            <a:t>Data Visualisation</a:t>
          </a:r>
        </a:p>
      </dgm:t>
    </dgm:pt>
    <dgm:pt modelId="{8527948D-C8EC-4881-8914-59950AE8AE4B}" type="parTrans" cxnId="{296D7000-A903-4E69-A5F9-9A33C624FBBA}">
      <dgm:prSet/>
      <dgm:spPr/>
      <dgm:t>
        <a:bodyPr/>
        <a:lstStyle/>
        <a:p>
          <a:endParaRPr lang="en-NZ"/>
        </a:p>
      </dgm:t>
    </dgm:pt>
    <dgm:pt modelId="{C6260FF7-3EB9-4A3F-A790-F9DBA453269E}" type="sibTrans" cxnId="{296D7000-A903-4E69-A5F9-9A33C624FBBA}">
      <dgm:prSet/>
      <dgm:spPr/>
      <dgm:t>
        <a:bodyPr/>
        <a:lstStyle/>
        <a:p>
          <a:endParaRPr lang="en-NZ"/>
        </a:p>
      </dgm:t>
    </dgm:pt>
    <dgm:pt modelId="{EF570E5D-91E4-4805-9494-B1417B991B05}">
      <dgm:prSet phldrT="[Text]"/>
      <dgm:spPr/>
      <dgm:t>
        <a:bodyPr/>
        <a:lstStyle/>
        <a:p>
          <a:r>
            <a:rPr lang="en-NZ" dirty="0"/>
            <a:t>Testing and Results</a:t>
          </a:r>
        </a:p>
      </dgm:t>
    </dgm:pt>
    <dgm:pt modelId="{DFCA7BA5-64DA-4AD3-8CA6-8D7142BC5486}" type="parTrans" cxnId="{09C009FC-9A3A-4DAD-9DDE-8EAC101EF1C8}">
      <dgm:prSet/>
      <dgm:spPr/>
      <dgm:t>
        <a:bodyPr/>
        <a:lstStyle/>
        <a:p>
          <a:endParaRPr lang="en-NZ"/>
        </a:p>
      </dgm:t>
    </dgm:pt>
    <dgm:pt modelId="{7D323D42-CB23-4B2C-BA43-8C9118A25A15}" type="sibTrans" cxnId="{09C009FC-9A3A-4DAD-9DDE-8EAC101EF1C8}">
      <dgm:prSet/>
      <dgm:spPr/>
      <dgm:t>
        <a:bodyPr/>
        <a:lstStyle/>
        <a:p>
          <a:endParaRPr lang="en-NZ"/>
        </a:p>
      </dgm:t>
    </dgm:pt>
    <dgm:pt modelId="{5CBF5082-792C-4D42-904F-19DB3CE7B5E3}">
      <dgm:prSet phldrT="[Text]"/>
      <dgm:spPr/>
      <dgm:t>
        <a:bodyPr/>
        <a:lstStyle/>
        <a:p>
          <a:r>
            <a:rPr lang="en-NZ" dirty="0"/>
            <a:t>Next Step</a:t>
          </a:r>
        </a:p>
      </dgm:t>
    </dgm:pt>
    <dgm:pt modelId="{3F7E3D88-130D-422A-A853-33A957AFE00C}" type="parTrans" cxnId="{7034E285-1875-4498-B641-A07BFEC07C95}">
      <dgm:prSet/>
      <dgm:spPr/>
      <dgm:t>
        <a:bodyPr/>
        <a:lstStyle/>
        <a:p>
          <a:endParaRPr lang="en-NZ"/>
        </a:p>
      </dgm:t>
    </dgm:pt>
    <dgm:pt modelId="{863CC69D-1C45-4B69-89C2-873D402ED80B}" type="sibTrans" cxnId="{7034E285-1875-4498-B641-A07BFEC07C95}">
      <dgm:prSet/>
      <dgm:spPr/>
      <dgm:t>
        <a:bodyPr/>
        <a:lstStyle/>
        <a:p>
          <a:endParaRPr lang="en-NZ"/>
        </a:p>
      </dgm:t>
    </dgm:pt>
    <dgm:pt modelId="{3D82C9F2-D823-47D7-A93E-0D8EDE3202E4}">
      <dgm:prSet phldrT="[Text]"/>
      <dgm:spPr/>
      <dgm:t>
        <a:bodyPr/>
        <a:lstStyle/>
        <a:p>
          <a:r>
            <a:rPr lang="en-NZ" dirty="0"/>
            <a:t>More  Testing</a:t>
          </a:r>
        </a:p>
      </dgm:t>
    </dgm:pt>
    <dgm:pt modelId="{06CAE680-40BB-4829-8C66-C2354B137ED5}" type="parTrans" cxnId="{84F7A4F9-8815-4F93-8894-E896346FF49F}">
      <dgm:prSet/>
      <dgm:spPr/>
      <dgm:t>
        <a:bodyPr/>
        <a:lstStyle/>
        <a:p>
          <a:endParaRPr lang="en-NZ"/>
        </a:p>
      </dgm:t>
    </dgm:pt>
    <dgm:pt modelId="{23F8F8C9-422B-4482-8853-1F1EC425CB49}" type="sibTrans" cxnId="{84F7A4F9-8815-4F93-8894-E896346FF49F}">
      <dgm:prSet/>
      <dgm:spPr/>
      <dgm:t>
        <a:bodyPr/>
        <a:lstStyle/>
        <a:p>
          <a:endParaRPr lang="en-NZ"/>
        </a:p>
      </dgm:t>
    </dgm:pt>
    <dgm:pt modelId="{3BFFA591-1946-42C2-BE54-74EC0F0813AA}" type="pres">
      <dgm:prSet presAssocID="{A0203941-8EF8-4A5C-BD6B-A7E26B9FE112}" presName="Name0" presStyleCnt="0">
        <dgm:presLayoutVars>
          <dgm:chMax val="3"/>
          <dgm:chPref val="3"/>
          <dgm:bulletEnabled val="1"/>
          <dgm:dir/>
          <dgm:animLvl val="lvl"/>
        </dgm:presLayoutVars>
      </dgm:prSet>
      <dgm:spPr/>
    </dgm:pt>
    <dgm:pt modelId="{054B4D3F-8777-4104-8AD4-1B14A98FDF96}" type="pres">
      <dgm:prSet presAssocID="{A0203941-8EF8-4A5C-BD6B-A7E26B9FE112}" presName="arc1" presStyleLbl="node1" presStyleIdx="0" presStyleCnt="4" custScaleX="77530" custScaleY="83586" custLinFactNeighborX="51292" custLinFactNeighborY="2507"/>
      <dgm:spPr/>
    </dgm:pt>
    <dgm:pt modelId="{A6BF6085-287D-4AA2-99D5-865FFC9D4439}" type="pres">
      <dgm:prSet presAssocID="{A0203941-8EF8-4A5C-BD6B-A7E26B9FE112}" presName="arc3" presStyleLbl="node1" presStyleIdx="1" presStyleCnt="4" custScaleX="73295" custScaleY="94042" custLinFactNeighborX="25093" custLinFactNeighborY="358"/>
      <dgm:spPr/>
    </dgm:pt>
    <dgm:pt modelId="{7C3706C0-A233-4BB2-ADC3-429EA1E2D1A4}" type="pres">
      <dgm:prSet presAssocID="{A0203941-8EF8-4A5C-BD6B-A7E26B9FE112}" presName="parentText2" presStyleLbl="revTx" presStyleIdx="0" presStyleCnt="3" custLinFactNeighborX="42922" custLinFactNeighborY="-1790">
        <dgm:presLayoutVars>
          <dgm:chMax val="4"/>
          <dgm:chPref val="3"/>
          <dgm:bulletEnabled val="1"/>
        </dgm:presLayoutVars>
      </dgm:prSet>
      <dgm:spPr/>
    </dgm:pt>
    <dgm:pt modelId="{D98C5DDE-B506-4918-95EA-4DA5C8B47251}" type="pres">
      <dgm:prSet presAssocID="{A0203941-8EF8-4A5C-BD6B-A7E26B9FE112}" presName="arc2" presStyleLbl="node1" presStyleIdx="2" presStyleCnt="4" custScaleX="80129" custScaleY="83586" custLinFactNeighborX="46507" custLinFactNeighborY="2507"/>
      <dgm:spPr/>
    </dgm:pt>
    <dgm:pt modelId="{B0219A01-6493-4C5B-8D56-116B0A6415AC}" type="pres">
      <dgm:prSet presAssocID="{A0203941-8EF8-4A5C-BD6B-A7E26B9FE112}" presName="arc4" presStyleLbl="node1" presStyleIdx="3" presStyleCnt="4" custScaleX="71872" custLinFactNeighborX="20410" custLinFactNeighborY="1074"/>
      <dgm:spPr/>
    </dgm:pt>
    <dgm:pt modelId="{10667092-8435-4F30-BF21-A1F6303655F9}" type="pres">
      <dgm:prSet presAssocID="{A0203941-8EF8-4A5C-BD6B-A7E26B9FE112}" presName="parentText3" presStyleLbl="revTx" presStyleIdx="1" presStyleCnt="3" custLinFactNeighborX="26440">
        <dgm:presLayoutVars>
          <dgm:chMax val="1"/>
          <dgm:chPref val="1"/>
          <dgm:bulletEnabled val="1"/>
        </dgm:presLayoutVars>
      </dgm:prSet>
      <dgm:spPr/>
    </dgm:pt>
    <dgm:pt modelId="{27C22744-7FAA-4AEA-8D55-AFAD1EB7CE80}" type="pres">
      <dgm:prSet presAssocID="{A0203941-8EF8-4A5C-BD6B-A7E26B9FE112}" presName="middleComposite" presStyleCnt="0"/>
      <dgm:spPr/>
    </dgm:pt>
    <dgm:pt modelId="{9C2C97DF-7EA2-4AE1-9A49-A926BEC01E74}" type="pres">
      <dgm:prSet presAssocID="{3EC047A2-6E8D-4362-9C80-B777E89B217A}" presName="circ1" presStyleLbl="vennNode1" presStyleIdx="0" presStyleCnt="8" custLinFactNeighborX="82750" custLinFactNeighborY="-4129"/>
      <dgm:spPr/>
    </dgm:pt>
    <dgm:pt modelId="{2159206B-1810-4FD8-A789-FA2302768FD1}" type="pres">
      <dgm:prSet presAssocID="{3EC047A2-6E8D-4362-9C80-B777E89B217A}" presName="circ1Tx" presStyleLbl="revTx" presStyleIdx="1" presStyleCnt="3">
        <dgm:presLayoutVars>
          <dgm:chMax val="0"/>
          <dgm:chPref val="0"/>
        </dgm:presLayoutVars>
      </dgm:prSet>
      <dgm:spPr/>
    </dgm:pt>
    <dgm:pt modelId="{74B86726-0ECD-49BD-BC20-5A63B501B067}" type="pres">
      <dgm:prSet presAssocID="{EF570E5D-91E4-4805-9494-B1417B991B05}" presName="circ2" presStyleLbl="vennNode1" presStyleIdx="1" presStyleCnt="8" custLinFactNeighborX="87542" custLinFactNeighborY="-4128"/>
      <dgm:spPr/>
    </dgm:pt>
    <dgm:pt modelId="{29A6777D-133C-4C1C-AEA0-0D320AC0A7E3}" type="pres">
      <dgm:prSet presAssocID="{EF570E5D-91E4-4805-9494-B1417B991B05}" presName="circ2Tx" presStyleLbl="revTx" presStyleIdx="1" presStyleCnt="3">
        <dgm:presLayoutVars>
          <dgm:chMax val="0"/>
          <dgm:chPref val="0"/>
        </dgm:presLayoutVars>
      </dgm:prSet>
      <dgm:spPr/>
    </dgm:pt>
    <dgm:pt modelId="{1C262378-7BF3-4697-943D-44883BFD748A}" type="pres">
      <dgm:prSet presAssocID="{A0203941-8EF8-4A5C-BD6B-A7E26B9FE112}" presName="leftComposite" presStyleCnt="0"/>
      <dgm:spPr/>
    </dgm:pt>
    <dgm:pt modelId="{7BBDDEA4-EB49-42AE-B53B-882C3F479091}" type="pres">
      <dgm:prSet presAssocID="{B1A9F7DD-E3F3-44C9-9D92-B7966E714F7E}" presName="childText1_1" presStyleLbl="vennNode1" presStyleIdx="2" presStyleCnt="8" custScaleX="126329" custLinFactNeighborX="82613" custLinFactNeighborY="7842">
        <dgm:presLayoutVars>
          <dgm:chMax val="0"/>
          <dgm:chPref val="0"/>
        </dgm:presLayoutVars>
      </dgm:prSet>
      <dgm:spPr/>
    </dgm:pt>
    <dgm:pt modelId="{F982F70B-FB61-4D14-B17B-7122E62318F2}" type="pres">
      <dgm:prSet presAssocID="{B1A9F7DD-E3F3-44C9-9D92-B7966E714F7E}" presName="ellipse1" presStyleLbl="vennNode1" presStyleIdx="3" presStyleCnt="8" custLinFactNeighborX="33966" custLinFactNeighborY="11509"/>
      <dgm:spPr/>
    </dgm:pt>
    <dgm:pt modelId="{58065A01-21EC-45E4-946C-12BE036E3CCF}" type="pres">
      <dgm:prSet presAssocID="{B1A9F7DD-E3F3-44C9-9D92-B7966E714F7E}" presName="ellipse2" presStyleLbl="vennNode1" presStyleIdx="4" presStyleCnt="8" custLinFactX="144033" custLinFactNeighborX="200000" custLinFactNeighborY="33645"/>
      <dgm:spPr/>
    </dgm:pt>
    <dgm:pt modelId="{694399C8-62F2-49B0-9B6B-C62C5CCBB9DA}" type="pres">
      <dgm:prSet presAssocID="{AFFEF088-7DAA-44A1-AC69-E103CEBF6626}" presName="childText1_2" presStyleLbl="vennNode1" presStyleIdx="5" presStyleCnt="8" custScaleX="126329" custLinFactX="20037" custLinFactNeighborX="100000" custLinFactNeighborY="-1885">
        <dgm:presLayoutVars>
          <dgm:chMax val="0"/>
          <dgm:chPref val="0"/>
        </dgm:presLayoutVars>
      </dgm:prSet>
      <dgm:spPr/>
    </dgm:pt>
    <dgm:pt modelId="{86107ED0-9094-411B-8353-62A080EBD6BA}" type="pres">
      <dgm:prSet presAssocID="{AFFEF088-7DAA-44A1-AC69-E103CEBF6626}" presName="ellipse3" presStyleLbl="vennNode1" presStyleIdx="6" presStyleCnt="8" custLinFactX="179623" custLinFactNeighborX="200000" custLinFactNeighborY="15828"/>
      <dgm:spPr/>
    </dgm:pt>
    <dgm:pt modelId="{2FBE3E93-CE33-4B5C-BEDC-6FE7A1D4DFCF}" type="pres">
      <dgm:prSet presAssocID="{D9D21C65-6651-4E5F-8D95-AB341C01EF63}" presName="childText1_3" presStyleLbl="vennNode1" presStyleIdx="7" presStyleCnt="8" custScaleX="193179" custLinFactNeighborX="59582" custLinFactNeighborY="-3815">
        <dgm:presLayoutVars>
          <dgm:chMax val="0"/>
          <dgm:chPref val="0"/>
        </dgm:presLayoutVars>
      </dgm:prSet>
      <dgm:spPr/>
    </dgm:pt>
    <dgm:pt modelId="{7F9FD2F2-436B-4A93-8D72-C7CB84204F70}" type="pres">
      <dgm:prSet presAssocID="{A0203941-8EF8-4A5C-BD6B-A7E26B9FE112}" presName="rightChild" presStyleLbl="node2" presStyleIdx="0" presStyleCnt="1" custScaleX="67418" custScaleY="57739" custLinFactNeighborX="32187" custLinFactNeighborY="858">
        <dgm:presLayoutVars>
          <dgm:chMax val="0"/>
          <dgm:chPref val="0"/>
        </dgm:presLayoutVars>
      </dgm:prSet>
      <dgm:spPr/>
    </dgm:pt>
    <dgm:pt modelId="{5D19DFD7-FD47-44F6-AAF2-565FA8DE8B19}" type="pres">
      <dgm:prSet presAssocID="{A0203941-8EF8-4A5C-BD6B-A7E26B9FE112}" presName="parentText1" presStyleLbl="revTx" presStyleIdx="2" presStyleCnt="3" custLinFactNeighborX="29885" custLinFactNeighborY="-5370">
        <dgm:presLayoutVars>
          <dgm:chMax val="4"/>
          <dgm:chPref val="3"/>
          <dgm:bulletEnabled val="1"/>
        </dgm:presLayoutVars>
      </dgm:prSet>
      <dgm:spPr/>
    </dgm:pt>
  </dgm:ptLst>
  <dgm:cxnLst>
    <dgm:cxn modelId="{296D7000-A903-4E69-A5F9-9A33C624FBBA}" srcId="{9CB8A637-6822-4E84-A21C-0D02E655A1DD}" destId="{3EC047A2-6E8D-4362-9C80-B777E89B217A}" srcOrd="0" destOrd="0" parTransId="{8527948D-C8EC-4881-8914-59950AE8AE4B}" sibTransId="{C6260FF7-3EB9-4A3F-A790-F9DBA453269E}"/>
    <dgm:cxn modelId="{970DB710-F054-4DBA-BF16-6985E6960BA0}" srcId="{A0203941-8EF8-4A5C-BD6B-A7E26B9FE112}" destId="{30A4CD09-1E9A-45C3-A3A2-4A42599BF73B}" srcOrd="0" destOrd="0" parTransId="{6CB45CEA-2111-4E86-8EAB-8654A2C07365}" sibTransId="{849EFD58-02A3-4626-AF0C-E227A2F10755}"/>
    <dgm:cxn modelId="{C216871B-F24E-430C-86EA-BD2675FCD7FE}" srcId="{A0203941-8EF8-4A5C-BD6B-A7E26B9FE112}" destId="{9CB8A637-6822-4E84-A21C-0D02E655A1DD}" srcOrd="1" destOrd="0" parTransId="{5FF44E48-2476-4678-8752-9F09E8C4D9FD}" sibTransId="{423BB898-069A-4FD9-9FC9-3980762FE387}"/>
    <dgm:cxn modelId="{28FDA51C-060A-47A1-99A5-B39856E8AB86}" type="presOf" srcId="{3EC047A2-6E8D-4362-9C80-B777E89B217A}" destId="{2159206B-1810-4FD8-A789-FA2302768FD1}" srcOrd="1" destOrd="0" presId="urn:microsoft.com/office/officeart/2009/3/layout/PhasedProcess"/>
    <dgm:cxn modelId="{2444A72E-0E40-46B5-A48C-B9ACC08AEE1F}" type="presOf" srcId="{EF570E5D-91E4-4805-9494-B1417B991B05}" destId="{29A6777D-133C-4C1C-AEA0-0D320AC0A7E3}" srcOrd="1" destOrd="0" presId="urn:microsoft.com/office/officeart/2009/3/layout/PhasedProcess"/>
    <dgm:cxn modelId="{C44F5830-7B2B-49DB-B54E-50F52C0A0D4F}" type="presOf" srcId="{3EC047A2-6E8D-4362-9C80-B777E89B217A}" destId="{9C2C97DF-7EA2-4AE1-9A49-A926BEC01E74}" srcOrd="0" destOrd="0" presId="urn:microsoft.com/office/officeart/2009/3/layout/PhasedProcess"/>
    <dgm:cxn modelId="{E72DFB39-1E52-4214-84AA-36102C4670B6}" srcId="{30A4CD09-1E9A-45C3-A3A2-4A42599BF73B}" destId="{B1A9F7DD-E3F3-44C9-9D92-B7966E714F7E}" srcOrd="0" destOrd="0" parTransId="{0955AB1E-EE76-4D1D-8F5E-FC46CE1E6FDA}" sibTransId="{53E8DE5F-C946-4C14-8E76-6150A5CF7D4F}"/>
    <dgm:cxn modelId="{1DE69B44-7D12-49DE-B318-AE7C851328F1}" type="presOf" srcId="{5CBF5082-792C-4D42-904F-19DB3CE7B5E3}" destId="{10667092-8435-4F30-BF21-A1F6303655F9}" srcOrd="0" destOrd="0" presId="urn:microsoft.com/office/officeart/2009/3/layout/PhasedProcess"/>
    <dgm:cxn modelId="{0460E269-A949-4562-9659-760BCFCB278D}" type="presOf" srcId="{EF570E5D-91E4-4805-9494-B1417B991B05}" destId="{74B86726-0ECD-49BD-BC20-5A63B501B067}" srcOrd="0" destOrd="0" presId="urn:microsoft.com/office/officeart/2009/3/layout/PhasedProcess"/>
    <dgm:cxn modelId="{3328F54A-D6FC-4AE1-9EC7-D0886FCBABD3}" type="presOf" srcId="{D9D21C65-6651-4E5F-8D95-AB341C01EF63}" destId="{2FBE3E93-CE33-4B5C-BEDC-6FE7A1D4DFCF}" srcOrd="0" destOrd="0" presId="urn:microsoft.com/office/officeart/2009/3/layout/PhasedProcess"/>
    <dgm:cxn modelId="{08C3BE4C-B271-4322-BD06-53AB4F208754}" srcId="{30A4CD09-1E9A-45C3-A3A2-4A42599BF73B}" destId="{D9D21C65-6651-4E5F-8D95-AB341C01EF63}" srcOrd="2" destOrd="0" parTransId="{FA7324D0-E571-462F-A656-F6D1CD5BB2D4}" sibTransId="{A44E8050-C66B-4BDB-80E4-66C87EBD3E4F}"/>
    <dgm:cxn modelId="{5A49D64C-FE16-4AA0-A532-743E263FBF81}" type="presOf" srcId="{AFFEF088-7DAA-44A1-AC69-E103CEBF6626}" destId="{694399C8-62F2-49B0-9B6B-C62C5CCBB9DA}" srcOrd="0" destOrd="0" presId="urn:microsoft.com/office/officeart/2009/3/layout/PhasedProcess"/>
    <dgm:cxn modelId="{7034E285-1875-4498-B641-A07BFEC07C95}" srcId="{A0203941-8EF8-4A5C-BD6B-A7E26B9FE112}" destId="{5CBF5082-792C-4D42-904F-19DB3CE7B5E3}" srcOrd="2" destOrd="0" parTransId="{3F7E3D88-130D-422A-A853-33A957AFE00C}" sibTransId="{863CC69D-1C45-4B69-89C2-873D402ED80B}"/>
    <dgm:cxn modelId="{5374CF91-8DCE-4BD5-8689-8E90CE31B2CD}" type="presOf" srcId="{30A4CD09-1E9A-45C3-A3A2-4A42599BF73B}" destId="{5D19DFD7-FD47-44F6-AAF2-565FA8DE8B19}" srcOrd="0" destOrd="0" presId="urn:microsoft.com/office/officeart/2009/3/layout/PhasedProcess"/>
    <dgm:cxn modelId="{54E5AC96-3011-46DE-980A-6F2310C794B4}" type="presOf" srcId="{3D82C9F2-D823-47D7-A93E-0D8EDE3202E4}" destId="{7F9FD2F2-436B-4A93-8D72-C7CB84204F70}" srcOrd="0" destOrd="0" presId="urn:microsoft.com/office/officeart/2009/3/layout/PhasedProcess"/>
    <dgm:cxn modelId="{0A80A2B2-1A3E-4987-BEB2-61038127597B}" srcId="{30A4CD09-1E9A-45C3-A3A2-4A42599BF73B}" destId="{AFFEF088-7DAA-44A1-AC69-E103CEBF6626}" srcOrd="1" destOrd="0" parTransId="{5D48608C-3D34-4CC2-84B9-8D3FC119750B}" sibTransId="{FE562ABF-4010-4343-8456-6F210C022D96}"/>
    <dgm:cxn modelId="{547665BB-1EA5-4BD2-8210-430CD525A4BE}" type="presOf" srcId="{B1A9F7DD-E3F3-44C9-9D92-B7966E714F7E}" destId="{7BBDDEA4-EB49-42AE-B53B-882C3F479091}" srcOrd="0" destOrd="0" presId="urn:microsoft.com/office/officeart/2009/3/layout/PhasedProcess"/>
    <dgm:cxn modelId="{2C52A2C7-DD51-4420-96F8-762F7FB470C2}" type="presOf" srcId="{A0203941-8EF8-4A5C-BD6B-A7E26B9FE112}" destId="{3BFFA591-1946-42C2-BE54-74EC0F0813AA}" srcOrd="0" destOrd="0" presId="urn:microsoft.com/office/officeart/2009/3/layout/PhasedProcess"/>
    <dgm:cxn modelId="{3C8DC3ED-C05F-40F8-A8F6-877035905D35}" type="presOf" srcId="{9CB8A637-6822-4E84-A21C-0D02E655A1DD}" destId="{7C3706C0-A233-4BB2-ADC3-429EA1E2D1A4}" srcOrd="0" destOrd="0" presId="urn:microsoft.com/office/officeart/2009/3/layout/PhasedProcess"/>
    <dgm:cxn modelId="{84F7A4F9-8815-4F93-8894-E896346FF49F}" srcId="{5CBF5082-792C-4D42-904F-19DB3CE7B5E3}" destId="{3D82C9F2-D823-47D7-A93E-0D8EDE3202E4}" srcOrd="0" destOrd="0" parTransId="{06CAE680-40BB-4829-8C66-C2354B137ED5}" sibTransId="{23F8F8C9-422B-4482-8853-1F1EC425CB49}"/>
    <dgm:cxn modelId="{09C009FC-9A3A-4DAD-9DDE-8EAC101EF1C8}" srcId="{9CB8A637-6822-4E84-A21C-0D02E655A1DD}" destId="{EF570E5D-91E4-4805-9494-B1417B991B05}" srcOrd="1" destOrd="0" parTransId="{DFCA7BA5-64DA-4AD3-8CA6-8D7142BC5486}" sibTransId="{7D323D42-CB23-4B2C-BA43-8C9118A25A15}"/>
    <dgm:cxn modelId="{3636BAFA-90A9-49EF-9A3A-3DC9DD70E513}" type="presParOf" srcId="{3BFFA591-1946-42C2-BE54-74EC0F0813AA}" destId="{054B4D3F-8777-4104-8AD4-1B14A98FDF96}" srcOrd="0" destOrd="0" presId="urn:microsoft.com/office/officeart/2009/3/layout/PhasedProcess"/>
    <dgm:cxn modelId="{075A7B36-28FF-4CC2-8704-A8C697420641}" type="presParOf" srcId="{3BFFA591-1946-42C2-BE54-74EC0F0813AA}" destId="{A6BF6085-287D-4AA2-99D5-865FFC9D4439}" srcOrd="1" destOrd="0" presId="urn:microsoft.com/office/officeart/2009/3/layout/PhasedProcess"/>
    <dgm:cxn modelId="{59F0FA04-ADC3-4010-9769-F732ED7C25D8}" type="presParOf" srcId="{3BFFA591-1946-42C2-BE54-74EC0F0813AA}" destId="{7C3706C0-A233-4BB2-ADC3-429EA1E2D1A4}" srcOrd="2" destOrd="0" presId="urn:microsoft.com/office/officeart/2009/3/layout/PhasedProcess"/>
    <dgm:cxn modelId="{86458BA9-0C13-4191-9B40-21EF61A36392}" type="presParOf" srcId="{3BFFA591-1946-42C2-BE54-74EC0F0813AA}" destId="{D98C5DDE-B506-4918-95EA-4DA5C8B47251}" srcOrd="3" destOrd="0" presId="urn:microsoft.com/office/officeart/2009/3/layout/PhasedProcess"/>
    <dgm:cxn modelId="{FD4F8921-C6A4-47F5-922A-2FD7BE48E63E}" type="presParOf" srcId="{3BFFA591-1946-42C2-BE54-74EC0F0813AA}" destId="{B0219A01-6493-4C5B-8D56-116B0A6415AC}" srcOrd="4" destOrd="0" presId="urn:microsoft.com/office/officeart/2009/3/layout/PhasedProcess"/>
    <dgm:cxn modelId="{A3F96B1D-CB9A-4795-A1B5-3F2C6BA4DD45}" type="presParOf" srcId="{3BFFA591-1946-42C2-BE54-74EC0F0813AA}" destId="{10667092-8435-4F30-BF21-A1F6303655F9}" srcOrd="5" destOrd="0" presId="urn:microsoft.com/office/officeart/2009/3/layout/PhasedProcess"/>
    <dgm:cxn modelId="{3D5CA50D-0BC3-4C9E-9165-236C0FF656C3}" type="presParOf" srcId="{3BFFA591-1946-42C2-BE54-74EC0F0813AA}" destId="{27C22744-7FAA-4AEA-8D55-AFAD1EB7CE80}" srcOrd="6" destOrd="0" presId="urn:microsoft.com/office/officeart/2009/3/layout/PhasedProcess"/>
    <dgm:cxn modelId="{C266DB16-AD5E-4B79-A35B-6845C865FA3A}" type="presParOf" srcId="{27C22744-7FAA-4AEA-8D55-AFAD1EB7CE80}" destId="{9C2C97DF-7EA2-4AE1-9A49-A926BEC01E74}" srcOrd="0" destOrd="0" presId="urn:microsoft.com/office/officeart/2009/3/layout/PhasedProcess"/>
    <dgm:cxn modelId="{4FD7AA82-75AA-46AB-BD64-15B629C1D436}" type="presParOf" srcId="{27C22744-7FAA-4AEA-8D55-AFAD1EB7CE80}" destId="{2159206B-1810-4FD8-A789-FA2302768FD1}" srcOrd="1" destOrd="0" presId="urn:microsoft.com/office/officeart/2009/3/layout/PhasedProcess"/>
    <dgm:cxn modelId="{F28D7D98-D168-44B8-82C3-4E1BE94BF294}" type="presParOf" srcId="{27C22744-7FAA-4AEA-8D55-AFAD1EB7CE80}" destId="{74B86726-0ECD-49BD-BC20-5A63B501B067}" srcOrd="2" destOrd="0" presId="urn:microsoft.com/office/officeart/2009/3/layout/PhasedProcess"/>
    <dgm:cxn modelId="{E0CA0956-7244-4BF4-9139-A64C1157F4C0}" type="presParOf" srcId="{27C22744-7FAA-4AEA-8D55-AFAD1EB7CE80}" destId="{29A6777D-133C-4C1C-AEA0-0D320AC0A7E3}" srcOrd="3" destOrd="0" presId="urn:microsoft.com/office/officeart/2009/3/layout/PhasedProcess"/>
    <dgm:cxn modelId="{F76A5F1F-C0EC-4533-8E2E-A09BCB6A3214}" type="presParOf" srcId="{3BFFA591-1946-42C2-BE54-74EC0F0813AA}" destId="{1C262378-7BF3-4697-943D-44883BFD748A}" srcOrd="7" destOrd="0" presId="urn:microsoft.com/office/officeart/2009/3/layout/PhasedProcess"/>
    <dgm:cxn modelId="{169FCAEF-497D-4AB9-8576-56BC0A9AEA51}" type="presParOf" srcId="{1C262378-7BF3-4697-943D-44883BFD748A}" destId="{7BBDDEA4-EB49-42AE-B53B-882C3F479091}" srcOrd="0" destOrd="0" presId="urn:microsoft.com/office/officeart/2009/3/layout/PhasedProcess"/>
    <dgm:cxn modelId="{84F384C4-68E9-43DD-A26B-B1357C25A604}" type="presParOf" srcId="{1C262378-7BF3-4697-943D-44883BFD748A}" destId="{F982F70B-FB61-4D14-B17B-7122E62318F2}" srcOrd="1" destOrd="0" presId="urn:microsoft.com/office/officeart/2009/3/layout/PhasedProcess"/>
    <dgm:cxn modelId="{10598D20-5784-4EB4-B46B-C1D52F92A4E3}" type="presParOf" srcId="{1C262378-7BF3-4697-943D-44883BFD748A}" destId="{58065A01-21EC-45E4-946C-12BE036E3CCF}" srcOrd="2" destOrd="0" presId="urn:microsoft.com/office/officeart/2009/3/layout/PhasedProcess"/>
    <dgm:cxn modelId="{8076373F-AE27-4E46-AE6C-51E1F5305203}" type="presParOf" srcId="{1C262378-7BF3-4697-943D-44883BFD748A}" destId="{694399C8-62F2-49B0-9B6B-C62C5CCBB9DA}" srcOrd="3" destOrd="0" presId="urn:microsoft.com/office/officeart/2009/3/layout/PhasedProcess"/>
    <dgm:cxn modelId="{586740DF-A784-4435-8919-A2BECF1FD747}" type="presParOf" srcId="{1C262378-7BF3-4697-943D-44883BFD748A}" destId="{86107ED0-9094-411B-8353-62A080EBD6BA}" srcOrd="4" destOrd="0" presId="urn:microsoft.com/office/officeart/2009/3/layout/PhasedProcess"/>
    <dgm:cxn modelId="{05A96D70-D8F3-43F0-98E5-ADB97825B00D}" type="presParOf" srcId="{1C262378-7BF3-4697-943D-44883BFD748A}" destId="{2FBE3E93-CE33-4B5C-BEDC-6FE7A1D4DFCF}" srcOrd="5" destOrd="0" presId="urn:microsoft.com/office/officeart/2009/3/layout/PhasedProcess"/>
    <dgm:cxn modelId="{D8711A62-3668-4646-8CA1-635617BE02B8}" type="presParOf" srcId="{3BFFA591-1946-42C2-BE54-74EC0F0813AA}" destId="{7F9FD2F2-436B-4A93-8D72-C7CB84204F70}" srcOrd="8" destOrd="0" presId="urn:microsoft.com/office/officeart/2009/3/layout/PhasedProcess"/>
    <dgm:cxn modelId="{883CEA29-6ECE-4209-9C06-FCCA954DF759}" type="presParOf" srcId="{3BFFA591-1946-42C2-BE54-74EC0F0813AA}" destId="{5D19DFD7-FD47-44F6-AAF2-565FA8DE8B19}" srcOrd="9" destOrd="0" presId="urn:microsoft.com/office/officeart/2009/3/layout/Phased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4B4D3F-8777-4104-8AD4-1B14A98FDF96}">
      <dsp:nvSpPr>
        <dsp:cNvPr id="0" name=""/>
        <dsp:cNvSpPr/>
      </dsp:nvSpPr>
      <dsp:spPr>
        <a:xfrm rot="5400000">
          <a:off x="1510407" y="1269838"/>
          <a:ext cx="2072057" cy="1922227"/>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BF6085-287D-4AA2-99D5-865FFC9D4439}">
      <dsp:nvSpPr>
        <dsp:cNvPr id="0" name=""/>
        <dsp:cNvSpPr/>
      </dsp:nvSpPr>
      <dsp:spPr>
        <a:xfrm rot="16200000">
          <a:off x="3282598" y="1269065"/>
          <a:ext cx="2331256" cy="1817227"/>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3706C0-A233-4BB2-ADC3-429EA1E2D1A4}">
      <dsp:nvSpPr>
        <dsp:cNvPr id="0" name=""/>
        <dsp:cNvSpPr/>
      </dsp:nvSpPr>
      <dsp:spPr>
        <a:xfrm>
          <a:off x="3687614" y="3073804"/>
          <a:ext cx="1882192" cy="4959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NZ" sz="2100" kern="1200" dirty="0"/>
            <a:t>Data Modelling</a:t>
          </a:r>
        </a:p>
      </dsp:txBody>
      <dsp:txXfrm>
        <a:off x="3687614" y="3073804"/>
        <a:ext cx="1882192" cy="495949"/>
      </dsp:txXfrm>
    </dsp:sp>
    <dsp:sp modelId="{D98C5DDE-B506-4918-95EA-4DA5C8B47251}">
      <dsp:nvSpPr>
        <dsp:cNvPr id="0" name=""/>
        <dsp:cNvSpPr/>
      </dsp:nvSpPr>
      <dsp:spPr>
        <a:xfrm rot="5400000">
          <a:off x="3863603" y="1237619"/>
          <a:ext cx="2072057" cy="1986665"/>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219A01-6493-4C5B-8D56-116B0A6415AC}">
      <dsp:nvSpPr>
        <dsp:cNvPr id="0" name=""/>
        <dsp:cNvSpPr/>
      </dsp:nvSpPr>
      <dsp:spPr>
        <a:xfrm rot="16200000">
          <a:off x="5563724" y="1304455"/>
          <a:ext cx="2478952" cy="1781946"/>
        </a:xfrm>
        <a:prstGeom prst="blockArc">
          <a:avLst>
            <a:gd name="adj1" fmla="val 13500000"/>
            <a:gd name="adj2" fmla="val 18900000"/>
            <a:gd name="adj3" fmla="val 496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667092-8435-4F30-BF21-A1F6303655F9}">
      <dsp:nvSpPr>
        <dsp:cNvPr id="0" name=""/>
        <dsp:cNvSpPr/>
      </dsp:nvSpPr>
      <dsp:spPr>
        <a:xfrm>
          <a:off x="5619572" y="3082681"/>
          <a:ext cx="1882192" cy="4959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NZ" sz="2100" kern="1200" dirty="0"/>
            <a:t>Next Step</a:t>
          </a:r>
        </a:p>
      </dsp:txBody>
      <dsp:txXfrm>
        <a:off x="5619572" y="3082681"/>
        <a:ext cx="1882192" cy="495949"/>
      </dsp:txXfrm>
    </dsp:sp>
    <dsp:sp modelId="{9C2C97DF-7EA2-4AE1-9A49-A926BEC01E74}">
      <dsp:nvSpPr>
        <dsp:cNvPr id="0" name=""/>
        <dsp:cNvSpPr/>
      </dsp:nvSpPr>
      <dsp:spPr>
        <a:xfrm>
          <a:off x="3759132" y="1593748"/>
          <a:ext cx="1135797" cy="1135797"/>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r>
            <a:rPr lang="en-NZ" sz="1000" kern="1200" dirty="0"/>
            <a:t>Data Visualisation</a:t>
          </a:r>
        </a:p>
      </dsp:txBody>
      <dsp:txXfrm>
        <a:off x="3917734" y="1727683"/>
        <a:ext cx="654874" cy="867927"/>
      </dsp:txXfrm>
    </dsp:sp>
    <dsp:sp modelId="{74B86726-0ECD-49BD-BC20-5A63B501B067}">
      <dsp:nvSpPr>
        <dsp:cNvPr id="0" name=""/>
        <dsp:cNvSpPr/>
      </dsp:nvSpPr>
      <dsp:spPr>
        <a:xfrm>
          <a:off x="4632152" y="1593760"/>
          <a:ext cx="1135797" cy="1135797"/>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r>
            <a:rPr lang="en-NZ" sz="1000" kern="1200" dirty="0"/>
            <a:t>Testing and Results</a:t>
          </a:r>
        </a:p>
      </dsp:txBody>
      <dsp:txXfrm>
        <a:off x="4954473" y="1727695"/>
        <a:ext cx="654874" cy="867927"/>
      </dsp:txXfrm>
    </dsp:sp>
    <dsp:sp modelId="{7BBDDEA4-EB49-42AE-B53B-882C3F479091}">
      <dsp:nvSpPr>
        <dsp:cNvPr id="0" name=""/>
        <dsp:cNvSpPr/>
      </dsp:nvSpPr>
      <dsp:spPr>
        <a:xfrm>
          <a:off x="1275045" y="1367247"/>
          <a:ext cx="992286" cy="78549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NZ" sz="1000" kern="1200" dirty="0"/>
            <a:t>Importing</a:t>
          </a:r>
        </a:p>
      </dsp:txBody>
      <dsp:txXfrm>
        <a:off x="1420362" y="1482280"/>
        <a:ext cx="701652" cy="555430"/>
      </dsp:txXfrm>
    </dsp:sp>
    <dsp:sp modelId="{F982F70B-FB61-4D14-B17B-7122E62318F2}">
      <dsp:nvSpPr>
        <dsp:cNvPr id="0" name=""/>
        <dsp:cNvSpPr/>
      </dsp:nvSpPr>
      <dsp:spPr>
        <a:xfrm>
          <a:off x="570898" y="2006746"/>
          <a:ext cx="385832" cy="385678"/>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58065A01-21EC-45E4-946C-12BE036E3CCF}">
      <dsp:nvSpPr>
        <dsp:cNvPr id="0" name=""/>
        <dsp:cNvSpPr/>
      </dsp:nvSpPr>
      <dsp:spPr>
        <a:xfrm>
          <a:off x="2351838" y="1535643"/>
          <a:ext cx="224501" cy="224354"/>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694399C8-62F2-49B0-9B6B-C62C5CCBB9DA}">
      <dsp:nvSpPr>
        <dsp:cNvPr id="0" name=""/>
        <dsp:cNvSpPr/>
      </dsp:nvSpPr>
      <dsp:spPr>
        <a:xfrm>
          <a:off x="2335511" y="1759994"/>
          <a:ext cx="992286" cy="78549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NZ" sz="1000" kern="1200" dirty="0"/>
            <a:t>Cleaning</a:t>
          </a:r>
        </a:p>
      </dsp:txBody>
      <dsp:txXfrm>
        <a:off x="2480828" y="1875027"/>
        <a:ext cx="701652" cy="555430"/>
      </dsp:txXfrm>
    </dsp:sp>
    <dsp:sp modelId="{86107ED0-9094-411B-8353-62A080EBD6BA}">
      <dsp:nvSpPr>
        <dsp:cNvPr id="0" name=""/>
        <dsp:cNvSpPr/>
      </dsp:nvSpPr>
      <dsp:spPr>
        <a:xfrm>
          <a:off x="2430449" y="2643847"/>
          <a:ext cx="224501" cy="224354"/>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2FBE3E93-CE33-4B5C-BEDC-6FE7A1D4DFCF}">
      <dsp:nvSpPr>
        <dsp:cNvPr id="0" name=""/>
        <dsp:cNvSpPr/>
      </dsp:nvSpPr>
      <dsp:spPr>
        <a:xfrm>
          <a:off x="845593" y="2193713"/>
          <a:ext cx="1517378" cy="78549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en-NZ" sz="1000" kern="1200" dirty="0"/>
            <a:t>Understanding</a:t>
          </a:r>
        </a:p>
      </dsp:txBody>
      <dsp:txXfrm>
        <a:off x="1067808" y="2308746"/>
        <a:ext cx="1072948" cy="555430"/>
      </dsp:txXfrm>
    </dsp:sp>
    <dsp:sp modelId="{7F9FD2F2-436B-4A93-8D72-C7CB84204F70}">
      <dsp:nvSpPr>
        <dsp:cNvPr id="0" name=""/>
        <dsp:cNvSpPr/>
      </dsp:nvSpPr>
      <dsp:spPr>
        <a:xfrm>
          <a:off x="6085712" y="1760004"/>
          <a:ext cx="976105" cy="83581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NZ" sz="1500" kern="1200" dirty="0"/>
            <a:t>More  Testing</a:t>
          </a:r>
        </a:p>
      </dsp:txBody>
      <dsp:txXfrm>
        <a:off x="6228659" y="1882407"/>
        <a:ext cx="690211" cy="591011"/>
      </dsp:txXfrm>
    </dsp:sp>
    <dsp:sp modelId="{5D19DFD7-FD47-44F6-AAF2-565FA8DE8B19}">
      <dsp:nvSpPr>
        <dsp:cNvPr id="0" name=""/>
        <dsp:cNvSpPr/>
      </dsp:nvSpPr>
      <dsp:spPr>
        <a:xfrm>
          <a:off x="1063423" y="3056049"/>
          <a:ext cx="1882192" cy="4959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NZ" sz="2100" kern="1200" dirty="0"/>
            <a:t>Data</a:t>
          </a:r>
        </a:p>
      </dsp:txBody>
      <dsp:txXfrm>
        <a:off x="1063423" y="3056049"/>
        <a:ext cx="1882192" cy="495949"/>
      </dsp:txXfrm>
    </dsp:sp>
  </dsp:spTree>
</dsp:drawing>
</file>

<file path=ppt/diagrams/layout1.xml><?xml version="1.0" encoding="utf-8"?>
<dgm:layoutDef xmlns:dgm="http://schemas.openxmlformats.org/drawingml/2006/diagram" xmlns:a="http://schemas.openxmlformats.org/drawingml/2006/main" uniqueId="urn:microsoft.com/office/officeart/2009/3/layout/PhasedProcess">
  <dgm:title val=""/>
  <dgm:desc val=""/>
  <dgm:catLst>
    <dgm:cat type="process" pri="12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30">
          <dgm:prSet phldr="1"/>
        </dgm:pt>
        <dgm:pt modelId="31">
          <dgm:prSet phldr="1"/>
        </dgm:pt>
      </dgm:ptLst>
      <dgm:cxnLst>
        <dgm:cxn modelId="40" srcId="0" destId="10" srcOrd="0" destOrd="0"/>
        <dgm:cxn modelId="16" srcId="10" destId="11" srcOrd="0" destOrd="0"/>
        <dgm:cxn modelId="17" srcId="10" destId="12" srcOrd="1" destOrd="0"/>
        <dgm:cxn modelId="18" srcId="10" destId="13" srcOrd="2" destOrd="0"/>
        <dgm:cxn modelId="50" srcId="0" destId="20" srcOrd="1" destOrd="0"/>
        <dgm:cxn modelId="60" srcId="0" destId="30" srcOrd="2" destOrd="0"/>
        <dgm:cxn modelId="32" srcId="30" destId="31" srcOrd="0" destOrd="0"/>
        <dgm:cxn modelId="26" srcId="20" destId="21" srcOrd="0" destOrd="0"/>
        <dgm:cxn modelId="27" srcId="20" destId="22" srcOrd="1"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30">
          <dgm:prSet phldr="1"/>
        </dgm:pt>
        <dgm:pt modelId="31">
          <dgm:prSet phldr="1"/>
        </dgm:pt>
      </dgm:ptLst>
      <dgm:cxnLst>
        <dgm:cxn modelId="40" srcId="0" destId="10" srcOrd="0" destOrd="0"/>
        <dgm:cxn modelId="16" srcId="10" destId="11" srcOrd="0" destOrd="0"/>
        <dgm:cxn modelId="17" srcId="10" destId="12" srcOrd="1" destOrd="0"/>
        <dgm:cxn modelId="18" srcId="10" destId="13" srcOrd="2" destOrd="0"/>
        <dgm:cxn modelId="50" srcId="0" destId="20" srcOrd="1" destOrd="0"/>
        <dgm:cxn modelId="60" srcId="0" destId="30" srcOrd="2" destOrd="0"/>
        <dgm:cxn modelId="32" srcId="30" destId="31" srcOrd="0" destOrd="0"/>
        <dgm:cxn modelId="26" srcId="20" destId="21" srcOrd="0" destOrd="0"/>
        <dgm:cxn modelId="27" srcId="20" destId="22" srcOrd="1"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30">
          <dgm:prSet phldr="1"/>
        </dgm:pt>
        <dgm:pt modelId="31">
          <dgm:prSet phldr="1"/>
        </dgm:pt>
      </dgm:ptLst>
      <dgm:cxnLst>
        <dgm:cxn modelId="40" srcId="0" destId="10" srcOrd="0" destOrd="0"/>
        <dgm:cxn modelId="16" srcId="10" destId="11" srcOrd="0" destOrd="0"/>
        <dgm:cxn modelId="17" srcId="10" destId="12" srcOrd="1" destOrd="0"/>
        <dgm:cxn modelId="18" srcId="10" destId="13" srcOrd="2" destOrd="0"/>
        <dgm:cxn modelId="50" srcId="0" destId="20" srcOrd="1" destOrd="0"/>
        <dgm:cxn modelId="60" srcId="0" destId="30" srcOrd="2" destOrd="0"/>
        <dgm:cxn modelId="32" srcId="30" destId="31" srcOrd="0" destOrd="0"/>
        <dgm:cxn modelId="26" srcId="20" destId="21" srcOrd="0" destOrd="0"/>
        <dgm:cxn modelId="27" srcId="20" destId="22" srcOrd="1" destOrd="0"/>
      </dgm:cxnLst>
      <dgm:bg/>
      <dgm:whole/>
    </dgm:dataModel>
  </dgm:clrData>
  <dgm:layoutNode name="Name0">
    <dgm:varLst>
      <dgm:chMax val="3"/>
      <dgm:chPref val="3"/>
      <dgm:bulletEnabled val="1"/>
      <dgm:dir/>
      <dgm:animLvl val="lvl"/>
    </dgm:varLst>
    <dgm:shape xmlns:r="http://schemas.openxmlformats.org/officeDocument/2006/relationships" r:blip="">
      <dgm:adjLst/>
    </dgm:shape>
    <dgm:choose name="Name1">
      <dgm:if name="Name2" axis="ch" ptType="node" func="cnt" op="gte" val="3">
        <dgm:alg type="composite">
          <dgm:param type="ar" val="2.8316"/>
        </dgm:alg>
        <dgm:choose name="Name3">
          <dgm:if name="Name4" func="var" arg="dir" op="equ" val="norm">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parentText3"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rightChild" refType="primFontSz" refFor="des" refForName="parentText1" op="lte"/>
              <dgm:constr type="primFontSz" for="des" forName="rightChild" refType="primFontSz" refFor="des" refForName="parentText2" op="lte"/>
              <dgm:constr type="primFontSz" for="des" forName="rightChild"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0567"/>
              <dgm:constr type="t" for="ch" forName="leftComposite" refType="h" fact="0.1159"/>
              <dgm:constr type="w" for="ch" forName="leftComposite" refType="w" fact="0.2455"/>
              <dgm:constr type="h" for="ch" forName="leftComposite" refType="h" fact="0.6953"/>
              <dgm:constr type="l" for="ch" forName="middleComposite" refType="w" fact="0.365"/>
              <dgm:constr type="t" for="ch" forName="middleComposite" refType="h" fact="0.1545"/>
              <dgm:constr type="w" for="ch" forName="middleComposite" refType="w" fact="0.2728"/>
              <dgm:constr type="h" for="ch" forName="middleComposite" refType="h" fact="0.6567"/>
              <dgm:constr type="l" for="ch" forName="arc1" refType="w" fact="0"/>
              <dgm:constr type="t" for="ch" forName="arc1" refType="h" fact="0"/>
              <dgm:constr type="w" for="ch" forName="arc1" refType="w" fact="0.3305"/>
              <dgm:constr type="h" for="ch" forName="arc1" refType="h" fact="0.9357"/>
              <dgm:constr type="l" for="ch" forName="arc2" refType="w" fact="0.3295"/>
              <dgm:constr type="t" for="ch" forName="arc2" refType="h" fact="0"/>
              <dgm:constr type="w" for="ch" forName="arc2" refType="w" fact="0.3305"/>
              <dgm:constr type="h" for="ch" forName="arc2" refType="h" fact="0.9357"/>
              <dgm:constr type="l" for="ch" forName="arc3" refType="w" fact="0.3401"/>
              <dgm:constr type="t" for="ch" forName="arc3" refType="h" fact="0"/>
              <dgm:constr type="w" for="ch" forName="arc3" refType="w" fact="0.3305"/>
              <dgm:constr type="h" for="ch" forName="arc3" refType="h" fact="0.9357"/>
              <dgm:constr type="l" for="ch" forName="arc4" refType="w" fact="0.6695"/>
              <dgm:constr type="t" for="ch" forName="arc4" refType="h" fact="0"/>
              <dgm:constr type="w" for="ch" forName="arc4" refType="w" fact="0.3305"/>
              <dgm:constr type="h" for="ch" forName="arc4" refType="h" fact="0.9357"/>
              <dgm:constr type="l" for="ch" forName="rightChild" refType="w" fact="0.713"/>
              <dgm:constr type="t" for="ch" forName="rightChild" refType="h" fact="0.1934"/>
              <dgm:constr type="w" for="ch" forName="rightChild" refType="w" fact="0.193"/>
              <dgm:constr type="h" for="ch" forName="rightChild" refType="h" fact="0.5464"/>
              <dgm:constr type="l" for="ch" forName="parentText1" refType="w" fact="0.0621"/>
              <dgm:constr type="t" for="ch" forName="parentText1" refType="h" fact="0.8128"/>
              <dgm:constr type="w" for="ch" forName="parentText1" refType="w" fact="0.2509"/>
              <dgm:constr type="h" for="ch" forName="parentText1" refType="h" fact="0.1872"/>
              <dgm:constr type="l" for="ch" forName="parentText2" refType="w" fact="0.3792"/>
              <dgm:constr type="t" for="ch" forName="parentText2" refType="h" fact="0.8128"/>
              <dgm:constr type="w" for="ch" forName="parentText2" refType="w" fact="0.2509"/>
              <dgm:constr type="h" for="ch" forName="parentText2" refType="h" fact="0.1872"/>
              <dgm:constr type="l" for="ch" forName="parentText3" refType="w" fact="0.6845"/>
              <dgm:constr type="t" for="ch" forName="parentText3" refType="h" fact="0.8128"/>
              <dgm:constr type="w" for="ch" forName="parentText3" refType="w" fact="0.2509"/>
              <dgm:constr type="h" for="ch" forName="parentText3" refType="h" fact="0.1872"/>
            </dgm:constrLst>
          </dgm:if>
          <dgm:else name="Name5">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parentText3"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rightChild" refType="primFontSz" refFor="des" refForName="parentText1" op="lte"/>
              <dgm:constr type="primFontSz" for="des" forName="rightChild" refType="primFontSz" refFor="des" refForName="parentText2" op="lte"/>
              <dgm:constr type="primFontSz" for="des" forName="rightChild"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72"/>
              <dgm:constr type="t" for="ch" forName="leftComposite" refType="h" fact="0.1159"/>
              <dgm:constr type="w" for="ch" forName="leftComposite" refType="w" fact="0.2455"/>
              <dgm:constr type="h" for="ch" forName="leftComposite" refType="h" fact="0.6953"/>
              <dgm:constr type="l" for="ch" forName="middleComposite" refType="w" fact="0.365"/>
              <dgm:constr type="t" for="ch" forName="middleComposite" refType="h" fact="0.1545"/>
              <dgm:constr type="w" for="ch" forName="middleComposite" refType="w" fact="0.2728"/>
              <dgm:constr type="h" for="ch" forName="middleComposite" refType="h" fact="0.6567"/>
              <dgm:constr type="l" for="ch" forName="rightChild" refType="w" fact="0.09"/>
              <dgm:constr type="t" for="ch" forName="rightChild" refType="h" fact="0.1934"/>
              <dgm:constr type="w" for="ch" forName="rightChild" refType="w" fact="0.193"/>
              <dgm:constr type="h" for="ch" forName="rightChild" refType="h" fact="0.5464"/>
              <dgm:constr type="l" for="ch" forName="arc1" refType="w" fact="0"/>
              <dgm:constr type="t" for="ch" forName="arc1" refType="h" fact="0"/>
              <dgm:constr type="w" for="ch" forName="arc1" refType="w" fact="0.3305"/>
              <dgm:constr type="h" for="ch" forName="arc1" refType="h" fact="0.9357"/>
              <dgm:constr type="l" for="ch" forName="arc2" refType="w" fact="0.3295"/>
              <dgm:constr type="t" for="ch" forName="arc2" refType="h" fact="0"/>
              <dgm:constr type="w" for="ch" forName="arc2" refType="w" fact="0.3305"/>
              <dgm:constr type="h" for="ch" forName="arc2" refType="h" fact="0.9357"/>
              <dgm:constr type="l" for="ch" forName="arc3" refType="w" fact="0.3401"/>
              <dgm:constr type="t" for="ch" forName="arc3" refType="h" fact="0"/>
              <dgm:constr type="w" for="ch" forName="arc3" refType="w" fact="0.3305"/>
              <dgm:constr type="h" for="ch" forName="arc3" refType="h" fact="0.9357"/>
              <dgm:constr type="l" for="ch" forName="arc4" refType="w" fact="0.6695"/>
              <dgm:constr type="t" for="ch" forName="arc4" refType="h" fact="0"/>
              <dgm:constr type="w" for="ch" forName="arc4" refType="w" fact="0.3305"/>
              <dgm:constr type="h" for="ch" forName="arc4" refType="h" fact="0.9357"/>
              <dgm:constr type="l" for="ch" forName="parentText1" refType="w" fact="0.7"/>
              <dgm:constr type="t" for="ch" forName="parentText1" refType="h" fact="0.8128"/>
              <dgm:constr type="w" for="ch" forName="parentText1" refType="w" fact="0.2509"/>
              <dgm:constr type="h" for="ch" forName="parentText1" refType="h" fact="0.1872"/>
              <dgm:constr type="l" for="ch" forName="parentText2" refType="w" fact="0.3792"/>
              <dgm:constr type="t" for="ch" forName="parentText2" refType="h" fact="0.8128"/>
              <dgm:constr type="w" for="ch" forName="parentText2" refType="w" fact="0.2509"/>
              <dgm:constr type="h" for="ch" forName="parentText2" refType="h" fact="0.1872"/>
              <dgm:constr type="l" for="ch" forName="parentText3" refType="w" fact="0.062"/>
              <dgm:constr type="t" for="ch" forName="parentText3" refType="h" fact="0.8128"/>
              <dgm:constr type="w" for="ch" forName="parentText3" refType="w" fact="0.2509"/>
              <dgm:constr type="h" for="ch" forName="parentText3" refType="h" fact="0.1872"/>
            </dgm:constrLst>
          </dgm:else>
        </dgm:choose>
      </dgm:if>
      <dgm:if name="Name6" axis="ch" ptType="node" func="cnt" op="gte" val="2">
        <dgm:alg type="composite">
          <dgm:param type="ar" val="1.8986"/>
        </dgm:alg>
        <dgm:choose name="Name7">
          <dgm:if name="Name8" func="var" arg="dir" op="equ" val="norm">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0941"/>
              <dgm:constr type="t" for="ch" forName="leftComposite" refType="h" fact="0.1159"/>
              <dgm:constr type="w" for="ch" forName="leftComposite" refType="w" fact="0.3469"/>
              <dgm:constr type="h" for="ch" forName="leftComposite" refType="h" fact="0.6953"/>
              <dgm:constr type="l" for="ch" forName="middleComposite" refType="w" fact="0.5782"/>
              <dgm:constr type="t" for="ch" forName="middleComposite" refType="h" fact="0.1159"/>
              <dgm:constr type="w" for="ch" forName="middleComposite" refType="w" fact="0.3389"/>
              <dgm:constr type="h" for="ch" forName="middleComposite" refType="h" fact="0.6567"/>
              <dgm:constr type="l" for="ch" forName="arc1" refType="w" fact="0"/>
              <dgm:constr type="t" for="ch" forName="arc1" refType="h" fact="0"/>
              <dgm:constr type="w" for="ch" forName="arc1" refType="w" fact="0.4928"/>
              <dgm:constr type="h" for="ch" forName="arc1" refType="h" fact="0.9357"/>
              <dgm:constr type="l" for="ch" forName="arc3" refType="w" fact="0.5072"/>
              <dgm:constr type="t" for="ch" forName="arc3" refType="h" fact="0"/>
              <dgm:constr type="w" for="ch" forName="arc3" refType="w" fact="0.4928"/>
              <dgm:constr type="h" for="ch" forName="arc3" refType="h" fact="0.9357"/>
              <dgm:constr type="l" for="ch" forName="parentText1" refType="w" fact="0.0926"/>
              <dgm:constr type="t" for="ch" forName="parentText1" refType="h" fact="0.8128"/>
              <dgm:constr type="w" for="ch" forName="parentText1" refType="w" fact="0.3742"/>
              <dgm:constr type="h" for="ch" forName="parentText1" refType="h" fact="0.1872"/>
              <dgm:constr type="l" for="ch" forName="parentText2" refType="w" fact="0.5655"/>
              <dgm:constr type="t" for="ch" forName="parentText2" refType="h" fact="0.8128"/>
              <dgm:constr type="w" for="ch" forName="parentText2" refType="w" fact="0.3742"/>
              <dgm:constr type="h" for="ch" forName="parentText2" refType="h" fact="0.1872"/>
            </dgm:constrLst>
          </dgm:if>
          <dgm:else name="Name9">
            <dgm:constrLst>
              <dgm:constr type="primFontSz" for="des" forName="parentText1" val="65"/>
              <dgm:constr type="primFontSz" for="des" forName="childText1_1" val="65"/>
              <dgm:constr type="primFontSz" for="des" forName="circ1Tx" val="65"/>
              <dgm:constr type="primFontSz" for="des" forName="parentText2" refType="primFontSz" refFor="des" refForName="parentText1" op="equ"/>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irc1Tx" refType="primFontSz" refFor="des" refForName="parentText1" op="lte"/>
              <dgm:constr type="primFontSz" for="des" forName="circ2Tx" refType="primFontSz" refFor="des" refForName="parentText1" op="lte"/>
              <dgm:constr type="primFontSz" for="des" forName="circ3Tx" refType="primFontSz" refFor="des" refForName="parentText1" op="lte"/>
              <dgm:constr type="primFontSz" for="des" forName="circ4Tx" refType="primFontSz" refFor="des" refForName="parentText1" op="lte"/>
              <dgm:constr type="primFontSz" for="des" forName="circ1Tx" refType="primFontSz" refFor="des" refForName="parentText2" op="lte"/>
              <dgm:constr type="primFontSz" for="des" forName="circ2Tx" refType="primFontSz" refFor="des" refForName="parentText2" op="lte"/>
              <dgm:constr type="primFontSz" for="des" forName="circ3Tx" refType="primFontSz" refFor="des" refForName="parentText2" op="lte"/>
              <dgm:constr type="primFontSz" for="des" forName="circ4Tx" refType="primFontSz" refFor="des" refForName="parentText2" op="lte"/>
              <dgm:constr type="primFontSz" for="des" forName="circ1Tx" refType="primFontSz" refFor="des" refForName="parentText3" op="lte"/>
              <dgm:constr type="primFontSz" for="des" forName="circ2Tx" refType="primFontSz" refFor="des" refForName="parentText3" op="lte"/>
              <dgm:constr type="primFontSz" for="des" forName="circ3Tx" refType="primFontSz" refFor="des" refForName="parentText3" op="lte"/>
              <dgm:constr type="primFontSz" for="des" forName="circ4Tx"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primFontSz" for="des" forName="circ2Tx" refType="primFontSz" refFor="des" refForName="circ1Tx" op="equ"/>
              <dgm:constr type="primFontSz" for="des" forName="circ3Tx" refType="primFontSz" refFor="des" refForName="circ1Tx" op="equ"/>
              <dgm:constr type="primFontSz" for="des" forName="circ4Tx" refType="primFontSz" refFor="des" refForName="circ1Tx" op="equ"/>
              <dgm:constr type="l" for="ch" forName="leftComposite" refType="w" fact="0.592"/>
              <dgm:constr type="t" for="ch" forName="leftComposite" refType="h" fact="0.1159"/>
              <dgm:constr type="w" for="ch" forName="leftComposite" refType="w" fact="0.3469"/>
              <dgm:constr type="h" for="ch" forName="leftComposite" refType="h" fact="0.6953"/>
              <dgm:constr type="l" for="ch" forName="middleComposite" refType="w" fact="0.0941"/>
              <dgm:constr type="t" for="ch" forName="middleComposite" refType="h" fact="0.1159"/>
              <dgm:constr type="w" for="ch" forName="middleComposite" refType="w" fact="0.3389"/>
              <dgm:constr type="h" for="ch" forName="middleComposite" refType="h" fact="0.6567"/>
              <dgm:constr type="l" for="ch" forName="arc1" refType="w" fact="0"/>
              <dgm:constr type="t" for="ch" forName="arc1" refType="h" fact="0"/>
              <dgm:constr type="w" for="ch" forName="arc1" refType="w" fact="0.4928"/>
              <dgm:constr type="h" for="ch" forName="arc1" refType="h" fact="0.9357"/>
              <dgm:constr type="l" for="ch" forName="arc3" refType="w" fact="0.5072"/>
              <dgm:constr type="t" for="ch" forName="arc3" refType="h" fact="0"/>
              <dgm:constr type="w" for="ch" forName="arc3" refType="w" fact="0.4928"/>
              <dgm:constr type="h" for="ch" forName="arc3" refType="h" fact="0.9357"/>
              <dgm:constr type="l" for="ch" forName="parentText2" refType="w" fact="0.0926"/>
              <dgm:constr type="t" for="ch" forName="parentText2" refType="h" fact="0.8128"/>
              <dgm:constr type="w" for="ch" forName="parentText2" refType="w" fact="0.3742"/>
              <dgm:constr type="h" for="ch" forName="parentText2" refType="h" fact="0.1872"/>
              <dgm:constr type="l" for="ch" forName="parentText1" refType="w" fact="0.5655"/>
              <dgm:constr type="t" for="ch" forName="parentText1" refType="h" fact="0.8128"/>
              <dgm:constr type="w" for="ch" forName="parentText1" refType="w" fact="0.3742"/>
              <dgm:constr type="h" for="ch" forName="parentText1" refType="h" fact="0.1872"/>
            </dgm:constrLst>
          </dgm:else>
        </dgm:choose>
      </dgm:if>
      <dgm:else name="Name10">
        <dgm:alg type="composite">
          <dgm:param type="ar" val="0.8036"/>
        </dgm:alg>
        <dgm:constrLst>
          <dgm:constr type="primFontSz" for="des" forName="parentText1" val="65"/>
          <dgm:constr type="primFontSz" for="des" forName="childText1_1" val="65"/>
          <dgm:constr type="primFontSz" for="des" forName="childText1_1" refType="primFontSz" refFor="des" refForName="parentText1" op="lte"/>
          <dgm:constr type="primFontSz" for="des" forName="childText1_2" refType="primFontSz" refFor="des" refForName="parentText1" op="lte"/>
          <dgm:constr type="primFontSz" for="des" forName="childText1_3" refType="primFontSz" refFor="des" refForName="parentText1" op="lte"/>
          <dgm:constr type="primFontSz" for="des" forName="childText1_4" refType="primFontSz" refFor="des" refForName="parentText1" op="lte"/>
          <dgm:constr type="primFontSz" for="des" forName="childText1_1" refType="primFontSz" refFor="des" refForName="parentText2" op="lte"/>
          <dgm:constr type="primFontSz" for="des" forName="childText1_2" refType="primFontSz" refFor="des" refForName="parentText2" op="lte"/>
          <dgm:constr type="primFontSz" for="des" forName="childText1_3" refType="primFontSz" refFor="des" refForName="parentText2" op="lte"/>
          <dgm:constr type="primFontSz" for="des" forName="childText1_4" refType="primFontSz" refFor="des" refForName="parentText2" op="lte"/>
          <dgm:constr type="primFontSz" for="des" forName="childText1_1" refType="primFontSz" refFor="des" refForName="parentText3" op="lte"/>
          <dgm:constr type="primFontSz" for="des" forName="childText1_2" refType="primFontSz" refFor="des" refForName="parentText3" op="lte"/>
          <dgm:constr type="primFontSz" for="des" forName="childText1_3" refType="primFontSz" refFor="des" refForName="parentText3" op="lte"/>
          <dgm:constr type="primFontSz" for="des" forName="childText1_4" refType="primFontSz" refFor="des" refForName="parentText3" op="lte"/>
          <dgm:constr type="primFontSz" for="des" forName="childText1_2" refType="primFontSz" refFor="des" refForName="childText1_1" op="equ"/>
          <dgm:constr type="primFontSz" for="des" forName="childText1_3" refType="primFontSz" refFor="des" refForName="childText1_1" op="equ"/>
          <dgm:constr type="primFontSz" for="des" forName="childText1_4" refType="primFontSz" refFor="des" refForName="childText1_1" op="equ"/>
          <dgm:constr type="l" for="ch" forName="leftComposite" refType="w" fact="0"/>
          <dgm:constr type="t" for="ch" forName="leftComposite" refType="h" fact="0.1159"/>
          <dgm:constr type="w" for="ch" forName="leftComposite" refType="w"/>
          <dgm:constr type="h" for="ch" forName="leftComposite" refType="h" fact="0.6953"/>
          <dgm:constr type="l" for="ch" forName="parentText1" refType="w" fact="0"/>
          <dgm:constr type="t" for="ch" forName="parentText1" refType="h" fact="0.8128"/>
          <dgm:constr type="w" for="ch" forName="parentText1" refType="w"/>
          <dgm:constr type="h" for="ch" forName="parentText1" refType="h" fact="0.1872"/>
        </dgm:constrLst>
      </dgm:else>
    </dgm:choose>
    <dgm:choose name="Name11">
      <dgm:if name="Name12" axis="ch" ptType="node" func="cnt" op="gte" val="1">
        <dgm:choose name="Name13">
          <dgm:if name="Name14" axis="ch" ptType="node" func="cnt" op="gte" val="2">
            <dgm:layoutNode name="arc1">
              <dgm:alg type="sp"/>
              <dgm:shape xmlns:r="http://schemas.openxmlformats.org/officeDocument/2006/relationships" rot="90" type="blockArc" r:blip="">
                <dgm:adjLst>
                  <dgm:adj idx="1" val="-135"/>
                  <dgm:adj idx="2" val="-45"/>
                  <dgm:adj idx="3" val="0.0496"/>
                </dgm:adjLst>
              </dgm:shape>
              <dgm:presOf/>
            </dgm:layoutNode>
            <dgm:layoutNode name="arc3">
              <dgm:alg type="sp"/>
              <dgm:shape xmlns:r="http://schemas.openxmlformats.org/officeDocument/2006/relationships" rot="270" type="blockArc" r:blip="">
                <dgm:adjLst>
                  <dgm:adj idx="1" val="-135"/>
                  <dgm:adj idx="2" val="-45"/>
                  <dgm:adj idx="3" val="0.0496"/>
                </dgm:adjLst>
              </dgm:shape>
              <dgm:presOf/>
            </dgm:layoutNode>
            <dgm:layoutNode name="parentText2" styleLbl="revTx">
              <dgm:varLst>
                <dgm:chMax val="4"/>
                <dgm:chPref val="3"/>
                <dgm:bulletEnabled val="1"/>
              </dgm:varLst>
              <dgm:alg type="tx"/>
              <dgm:shape xmlns:r="http://schemas.openxmlformats.org/officeDocument/2006/relationships" type="rect" r:blip="">
                <dgm:adjLst/>
              </dgm:shap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5"/>
        </dgm:choose>
        <dgm:choose name="Name16">
          <dgm:if name="Name17" axis="ch" ptType="node" func="cnt" op="gte" val="3">
            <dgm:layoutNode name="arc2">
              <dgm:alg type="sp"/>
              <dgm:shape xmlns:r="http://schemas.openxmlformats.org/officeDocument/2006/relationships" rot="90" type="blockArc" r:blip="">
                <dgm:adjLst>
                  <dgm:adj idx="1" val="-135"/>
                  <dgm:adj idx="2" val="-45"/>
                  <dgm:adj idx="3" val="0.0496"/>
                </dgm:adjLst>
              </dgm:shape>
              <dgm:presOf/>
            </dgm:layoutNode>
            <dgm:layoutNode name="arc4">
              <dgm:alg type="sp"/>
              <dgm:shape xmlns:r="http://schemas.openxmlformats.org/officeDocument/2006/relationships" rot="270" type="blockArc" r:blip="">
                <dgm:adjLst>
                  <dgm:adj idx="1" val="-135"/>
                  <dgm:adj idx="2" val="-45"/>
                  <dgm:adj idx="3" val="0.0496"/>
                </dgm:adjLst>
              </dgm:shape>
              <dgm:presOf/>
            </dgm:layoutNode>
            <dgm:layoutNode name="parentText3" styleLbl="revTx">
              <dgm:varLst>
                <dgm:chMax val="1"/>
                <dgm:chPref val="1"/>
                <dgm:bulletEnabled val="1"/>
              </dgm:varLst>
              <dgm:alg type="tx"/>
              <dgm:shape xmlns:r="http://schemas.openxmlformats.org/officeDocument/2006/relationships" type="rect" r:blip="">
                <dgm:adjLst/>
              </dgm:shape>
              <dgm:presOf axis="ch 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8"/>
        </dgm:choose>
      </dgm:if>
      <dgm:else name="Name19"/>
    </dgm:choose>
    <dgm:layoutNode name="middleComposite">
      <dgm:choose name="Name20">
        <dgm:if name="Name21" axis="ch ch" ptType="node node" st="2 1" cnt="1 0" func="cnt" op="lte" val="1">
          <dgm:alg type="composite">
            <dgm:param type="ar" val="1"/>
          </dgm:alg>
        </dgm:if>
        <dgm:if name="Name22" axis="ch ch" ptType="node node" st="2 1" cnt="1 0" func="cnt" op="equ" val="2">
          <dgm:alg type="composite">
            <dgm:param type="ar" val="1.792"/>
          </dgm:alg>
        </dgm:if>
        <dgm:if name="Name23" axis="ch ch" ptType="node node" st="2 1" cnt="1 0" func="cnt" op="equ" val="3">
          <dgm:alg type="composite">
            <dgm:param type="ar" val="1"/>
          </dgm:alg>
        </dgm:if>
        <dgm:else name="Name24">
          <dgm:alg type="composite">
            <dgm:param type="ar" val="1"/>
          </dgm:alg>
        </dgm:else>
      </dgm:choose>
      <dgm:shape xmlns:r="http://schemas.openxmlformats.org/officeDocument/2006/relationships" r:blip="">
        <dgm:adjLst/>
      </dgm:shape>
      <dgm:presOf/>
      <dgm:choose name="Name25">
        <dgm:if name="Name26" axis="ch ch" ptType="node node" st="2 1" cnt="1 0" func="cnt" op="lte" val="1">
          <dgm:constrLst>
            <dgm:constr type="ctrX" for="ch" forName="circ1" refType="w" fact="0.5"/>
            <dgm:constr type="ctrY" for="ch" forName="circ1" refType="h" fact="0.5"/>
            <dgm:constr type="w" for="ch" forName="circ1" refType="w"/>
            <dgm:constr type="h" for="ch" forName="circ1" refType="h"/>
            <dgm:constr type="l" for="ch" forName="circ1Tx" refType="w" fact="0.2"/>
            <dgm:constr type="t" for="ch" forName="circ1Tx" refType="h" fact="0.1"/>
            <dgm:constr type="w" for="ch" forName="circ1Tx" refType="w" fact="0.6"/>
            <dgm:constr type="h" for="ch" forName="circ1Tx" refType="h" fact="0.8"/>
          </dgm:constrLst>
        </dgm:if>
        <dgm:if name="Name27" axis="ch ch" ptType="node node" st="2 1" cnt="1 0"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Lst>
        </dgm:if>
        <dgm:if name="Name28" axis="ch ch" ptType="node node" st="2 1" cnt="1 0"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Lst>
        </dgm:if>
        <dgm:else name="Name29">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Lst>
        </dgm:else>
      </dgm:choose>
      <dgm:ruleLst/>
      <dgm:forEach name="Name30" axis="ch ch" ptType="node node" st="2 1" cnt="1 1">
        <dgm:layoutNode name="circ1" styleLbl="vennNode1">
          <dgm:alg type="sp"/>
          <dgm:shape xmlns:r="http://schemas.openxmlformats.org/officeDocument/2006/relationships" type="ellipse" r:blip="">
            <dgm:adjLst/>
          </dgm:shape>
          <dgm:presOf axis="desOrSelf" ptType="node"/>
          <dgm:constrLst/>
          <dgm:ruleLst/>
        </dgm:layoutNode>
        <dgm:layoutNode name="circ1Tx" styleLbl="revTx">
          <dgm:varLst>
            <dgm:chMax val="0"/>
            <dgm:chPref val="0"/>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forEach name="Name31" axis="ch ch" ptType="node node" st="2 2" cnt="1 1">
        <dgm:layoutNode name="circ2" styleLbl="vennNode1">
          <dgm:alg type="sp"/>
          <dgm:shape xmlns:r="http://schemas.openxmlformats.org/officeDocument/2006/relationships" type="ellipse" r:blip="">
            <dgm:adjLst/>
          </dgm:shape>
          <dgm:presOf axis="desOrSelf" ptType="node"/>
          <dgm:constrLst/>
          <dgm:ruleLst/>
        </dgm:layoutNode>
        <dgm:layoutNode name="circ2Tx" styleLbl="revTx">
          <dgm:varLst>
            <dgm:chMax val="0"/>
            <dgm:chPref val="0"/>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forEach name="Name32" axis="ch ch" ptType="node node" st="2 3" cnt="1 1">
        <dgm:layoutNode name="circ3" styleLbl="vennNode1">
          <dgm:alg type="sp"/>
          <dgm:shape xmlns:r="http://schemas.openxmlformats.org/officeDocument/2006/relationships" type="ellipse" r:blip="">
            <dgm:adjLst/>
          </dgm:shape>
          <dgm:presOf axis="desOrSelf" ptType="node"/>
          <dgm:constrLst/>
          <dgm:ruleLst/>
        </dgm:layoutNode>
        <dgm:layoutNode name="circ3Tx" styleLbl="revTx">
          <dgm:varLst>
            <dgm:chMax val="0"/>
            <dgm:chPref val="0"/>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forEach name="Name33" axis="ch ch" ptType="node node" st="2 4" cnt="1 1">
        <dgm:layoutNode name="circ4" styleLbl="vennNode1">
          <dgm:alg type="sp"/>
          <dgm:shape xmlns:r="http://schemas.openxmlformats.org/officeDocument/2006/relationships" type="ellipse" r:blip="">
            <dgm:adjLst/>
          </dgm:shape>
          <dgm:presOf axis="desOrSelf" ptType="nod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presOf axis="desOrSelf" ptType="node"/>
          <dgm:constrLst>
            <dgm:constr type="tMarg"/>
            <dgm:constr type="bMarg"/>
            <dgm:constr type="lMarg"/>
            <dgm:constr type="rMarg"/>
            <dgm:constr type="primFontSz" val="20"/>
          </dgm:constrLst>
          <dgm:ruleLst>
            <dgm:rule type="primFontSz" val="5" fact="NaN" max="NaN"/>
          </dgm:ruleLst>
        </dgm:layoutNode>
      </dgm:forEach>
    </dgm:layoutNode>
    <dgm:layoutNode name="leftComposite">
      <dgm:choose name="Name34">
        <dgm:if name="Name35" axis="ch ch" ptType="node node" st="1 1" cnt="1 0" func="cnt" op="lte" val="1">
          <dgm:alg type="composite">
            <dgm:param type="ar" val="1.3085"/>
          </dgm:alg>
          <dgm:constrLst>
            <dgm:constr type="l" for="ch" forName="childText1_1" refType="w" fact="0.2124"/>
            <dgm:constr type="t" for="ch" forName="childText1_1" refType="h" fact="0"/>
            <dgm:constr type="w" for="ch" forName="childText1_1" refType="w" fact="0.5759"/>
            <dgm:constr type="h" for="ch" forName="childText1_1" refType="h" fact="0.7535"/>
            <dgm:constr type="l" for="ch" forName="ellipse1" refType="w" fact="0"/>
            <dgm:constr type="t" for="ch" forName="ellipse1" refType="h" fact="0.63"/>
            <dgm:constr type="w" for="ch" forName="ellipse1" refType="w" fact="0.2828"/>
            <dgm:constr type="h" for="ch" forName="ellipse1" refType="h" fact="0.37"/>
            <dgm:constr type="l" for="ch" forName="ellipse2" refType="w" fact="0.82"/>
            <dgm:constr type="t" for="ch" forName="ellipse2" refType="h" fact="0.17"/>
            <dgm:constr type="w" for="ch" forName="ellipse2" refType="w" fact="0.1645"/>
            <dgm:constr type="h" for="ch" forName="ellipse2" refType="h" fact="0.2153"/>
          </dgm:constrLst>
        </dgm:if>
        <dgm:if name="Name36" axis="ch ch" ptType="node node" st="1 1" cnt="1 0" func="cnt" op="equ" val="2">
          <dgm:alg type="composite">
            <dgm:param type="ar" val="0.8917"/>
          </dgm:alg>
          <dgm:constrLst>
            <dgm:constr type="l" for="ch" forName="childText1_1" refType="w" fact="0.1864"/>
            <dgm:constr type="t" for="ch" forName="childText1_1" refType="h" fact="0"/>
            <dgm:constr type="w" for="ch" forName="childText1_1" refType="w" fact="0.5055"/>
            <dgm:constr type="h" for="ch" forName="childText1_1" refType="h" fact="0.4507"/>
            <dgm:constr type="l" for="ch" forName="childText1_2" refType="w" fact="0.4945"/>
            <dgm:constr type="t" for="ch" forName="childText1_2" refType="h" fact="0.3929"/>
            <dgm:constr type="w" for="ch" forName="childText1_2" refType="w" fact="0.5055"/>
            <dgm:constr type="h" for="ch" forName="childText1_2" refType="h" fact="0.4507"/>
            <dgm:constr type="l" for="ch" forName="ellipse1" refType="w" fact="0"/>
            <dgm:constr type="t" for="ch" forName="ellipse1" refType="h" fact="0.3768"/>
            <dgm:constr type="w" for="ch" forName="ellipse1" refType="w" fact="0.2482"/>
            <dgm:constr type="h" for="ch" forName="ellipse1" refType="h" fact="0.2213"/>
            <dgm:constr type="l" for="ch" forName="ellipse3" refType="w" fact="0.5474"/>
            <dgm:constr type="t" for="ch" forName="ellipse3" refType="h" fact="0.8712"/>
            <dgm:constr type="w" for="ch" forName="ellipse3" refType="w" fact="0.1444"/>
            <dgm:constr type="h" for="ch" forName="ellipse3" refType="h" fact="0.1288"/>
            <dgm:constr type="l" for="ch" forName="ellipse2" refType="w" fact="0.7333"/>
            <dgm:constr type="t" for="ch" forName="ellipse2" refType="h" fact="0.0887"/>
            <dgm:constr type="w" for="ch" forName="ellipse2" refType="w" fact="0.1444"/>
            <dgm:constr type="h" for="ch" forName="ellipse2" refType="h" fact="0.1288"/>
          </dgm:constrLst>
        </dgm:if>
        <dgm:if name="Name37" axis="ch ch" ptType="node node" st="1 1" cnt="1 0" func="cnt" op="equ" val="3">
          <dgm:alg type="composite">
            <dgm:param type="ar" val="1.0811"/>
          </dgm:alg>
          <dgm:constrLst>
            <dgm:constr type="l" for="ch" forName="childText1_3" refType="w" fact="0.1649"/>
            <dgm:constr type="t" for="ch" forName="childText1_3" refType="h" fact="0.5389"/>
            <dgm:constr type="w" for="ch" forName="childText1_3" refType="w" fact="0.4265"/>
            <dgm:constr type="h" for="ch" forName="childText1_3" refType="h" fact="0.4611"/>
            <dgm:constr type="l" for="ch" forName="childText1_1" refType="w" fact="0.1573"/>
            <dgm:constr type="t" for="ch" forName="childText1_1" refType="h" fact="0"/>
            <dgm:constr type="w" for="ch" forName="childText1_1" refType="w" fact="0.4265"/>
            <dgm:constr type="h" for="ch" forName="childText1_1" refType="h" fact="0.4611"/>
            <dgm:constr type="l" for="ch" forName="childText1_2" refType="w" fact="0.5735"/>
            <dgm:constr type="t" for="ch" forName="childText1_2" refType="h" fact="0.2754"/>
            <dgm:constr type="w" for="ch" forName="childText1_2" refType="w" fact="0.4265"/>
            <dgm:constr type="h" for="ch" forName="childText1_2" refType="h" fact="0.4611"/>
            <dgm:constr type="l" for="ch" forName="ellipse1" refType="w" fact="0"/>
            <dgm:constr type="t" for="ch" forName="ellipse1" refType="h" fact="0.3855"/>
            <dgm:constr type="w" for="ch" forName="ellipse1" refType="w" fact="0.2095"/>
            <dgm:constr type="h" for="ch" forName="ellipse1" refType="h" fact="0.2264"/>
            <dgm:constr type="l" for="ch" forName="ellipse3" refType="w" fact="0.6181"/>
            <dgm:constr type="t" for="ch" forName="ellipse3" refType="h" fact="0.7647"/>
            <dgm:constr type="w" for="ch" forName="ellipse3" refType="w" fact="0.1219"/>
            <dgm:constr type="h" for="ch" forName="ellipse3" refType="h" fact="0.1317"/>
            <dgm:constr type="l" for="ch" forName="ellipse2" refType="w" fact="0.6188"/>
            <dgm:constr type="t" for="ch" forName="ellipse2" refType="h" fact="0.0907"/>
            <dgm:constr type="w" for="ch" forName="ellipse2" refType="w" fact="0.1219"/>
            <dgm:constr type="h" for="ch" forName="ellipse2" refType="h" fact="0.1317"/>
          </dgm:constrLst>
        </dgm:if>
        <dgm:else name="Name38">
          <dgm:alg type="composite">
            <dgm:param type="ar" val="0.9472"/>
          </dgm:alg>
          <dgm:constrLst>
            <dgm:constr type="l" for="ch" forName="childText1_3" refType="w" fact="0"/>
            <dgm:constr type="t" for="ch" forName="childText1_3" refType="h" fact="0.6035"/>
            <dgm:constr type="w" for="ch" forName="childText1_3" refType="w" fact="0.4186"/>
            <dgm:constr type="h" for="ch" forName="childText1_3" refType="h" fact="0.3965"/>
            <dgm:constr type="l" for="ch" forName="childText1_1" refType="w" fact="0.0981"/>
            <dgm:constr type="t" for="ch" forName="childText1_1" refType="h" fact="0"/>
            <dgm:constr type="w" for="ch" forName="childText1_1" refType="w" fact="0.4186"/>
            <dgm:constr type="h" for="ch" forName="childText1_1" refType="h" fact="0.3965"/>
            <dgm:constr type="l" for="ch" forName="childText1_2" refType="w" fact="0.5385"/>
            <dgm:constr type="t" for="ch" forName="childText1_2" refType="h" fact="0.1304"/>
            <dgm:constr type="w" for="ch" forName="childText1_2" refType="w" fact="0.4186"/>
            <dgm:constr type="h" for="ch" forName="childText1_2" refType="h" fact="0.3965"/>
            <dgm:constr type="l" for="ch" forName="ellipse4" refType="w" fact="0.3222"/>
            <dgm:constr type="t" for="ch" forName="ellipse4" refType="h" fact="0.4232"/>
            <dgm:constr type="w" for="ch" forName="ellipse4" refType="w" fact="0.2056"/>
            <dgm:constr type="h" for="ch" forName="ellipse4" refType="h" fact="0.1947"/>
            <dgm:constr type="l" for="ch" forName="ellipse1" refType="w" fact="0.1489"/>
            <dgm:constr type="t" for="ch" forName="ellipse1" refType="h" fact="0.4502"/>
            <dgm:constr type="w" for="ch" forName="ellipse1" refType="w" fact="0.1196"/>
            <dgm:constr type="h" for="ch" forName="ellipse1" refType="h" fact="0.1133"/>
            <dgm:constr type="l" for="ch" forName="ellipse2" refType="w" fact="0.5384"/>
            <dgm:constr type="t" for="ch" forName="ellipse2" refType="h" fact="0.0124"/>
            <dgm:constr type="w" for="ch" forName="ellipse2" refType="w" fact="0.1196"/>
            <dgm:constr type="h" for="ch" forName="ellipse2" refType="h" fact="0.1133"/>
            <dgm:constr type="l" for="ch" forName="childText1_4" refType="w" fact="0.4625"/>
            <dgm:constr type="t" for="ch" forName="childText1_4" refType="h" fact="0.5719"/>
            <dgm:constr type="w" for="ch" forName="childText1_4" refType="w" fact="0.4186"/>
            <dgm:constr type="h" for="ch" forName="childText1_4" refType="h" fact="0.3965"/>
            <dgm:constr type="l" for="ch" forName="ellipse3" refType="w" fact="0.8804"/>
            <dgm:constr type="t" for="ch" forName="ellipse3" refType="h" fact="0.5329"/>
            <dgm:constr type="w" for="ch" forName="ellipse3" refType="w" fact="0.1196"/>
            <dgm:constr type="h" for="ch" forName="ellipse3" refType="h" fact="0.1133"/>
            <dgm:constr type="l" for="ch" forName="ellipse5" refType="w" fact="0.0146"/>
            <dgm:constr type="t" for="ch" forName="ellipse5" refType="h" fact="0.5228"/>
            <dgm:constr type="w" for="ch" forName="ellipse5" refType="w" fact="0.0899"/>
            <dgm:constr type="h" for="ch" forName="ellipse5" refType="h" fact="0.0851"/>
          </dgm:constrLst>
        </dgm:else>
      </dgm:choose>
      <dgm:forEach name="Name39" axis="ch ch" ptType="node node" st="1 1" cnt="1 1">
        <dgm:layoutNode name="childText1_1"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ellipse1" styleLbl="vennNode1">
          <dgm:alg type="sp"/>
          <dgm:shape xmlns:r="http://schemas.openxmlformats.org/officeDocument/2006/relationships" type="ellipse" r:blip="">
            <dgm:adjLst/>
          </dgm:shape>
          <dgm:presOf/>
        </dgm:layoutNode>
        <dgm:layoutNode name="ellipse2" styleLbl="vennNode1">
          <dgm:alg type="sp"/>
          <dgm:shape xmlns:r="http://schemas.openxmlformats.org/officeDocument/2006/relationships" type="ellipse" r:blip="">
            <dgm:adjLst/>
          </dgm:shape>
          <dgm:presOf/>
        </dgm:layoutNode>
      </dgm:forEach>
      <dgm:forEach name="Name40" axis="ch ch" ptType="node node" st="1 2" cnt="1 1">
        <dgm:layoutNode name="childText1_2"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ellipse3" styleLbl="vennNode1">
          <dgm:alg type="sp"/>
          <dgm:shape xmlns:r="http://schemas.openxmlformats.org/officeDocument/2006/relationships" type="ellipse" r:blip="">
            <dgm:adjLst/>
          </dgm:shape>
          <dgm:presOf/>
        </dgm:layoutNode>
      </dgm:forEach>
      <dgm:forEach name="Name41" axis="ch ch" ptType="node node" st="1 3" cnt="1 1">
        <dgm:layoutNode name="childText1_3"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forEach name="Name42" axis="ch ch" ptType="node node" st="1 4" cnt="1 1">
        <dgm:layoutNode name="childText1_4" styleLbl="vennNode1">
          <dgm:varLst>
            <dgm:chMax val="0"/>
            <dgm:chPref val="0"/>
          </dgm:varLst>
          <dgm:alg type="tx"/>
          <dgm:shape xmlns:r="http://schemas.openxmlformats.org/officeDocument/2006/relationships" type="ellipse"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ellipse4" styleLbl="vennNode1">
          <dgm:alg type="sp"/>
          <dgm:shape xmlns:r="http://schemas.openxmlformats.org/officeDocument/2006/relationships" type="ellipse" r:blip="">
            <dgm:adjLst/>
          </dgm:shape>
          <dgm:presOf/>
        </dgm:layoutNode>
        <dgm:layoutNode name="ellipse5" styleLbl="vennNode1">
          <dgm:alg type="sp"/>
          <dgm:shape xmlns:r="http://schemas.openxmlformats.org/officeDocument/2006/relationships" type="ellipse" r:blip="">
            <dgm:adjLst/>
          </dgm:shape>
          <dgm:presOf/>
        </dgm:layoutNode>
      </dgm:forEach>
    </dgm:layoutNode>
    <dgm:choose name="Name43">
      <dgm:if name="Name44" axis="ch ch" ptType="node node" st="3 1" cnt="1 0" func="cnt" op="gte" val="1">
        <dgm:layoutNode name="rightChild">
          <dgm:varLst>
            <dgm:chMax val="0"/>
            <dgm:chPref val="0"/>
          </dgm:varLst>
          <dgm:alg type="tx"/>
          <dgm:shape xmlns:r="http://schemas.openxmlformats.org/officeDocument/2006/relationships" type="ellipse" r:blip="">
            <dgm:adjLst/>
          </dgm:shape>
          <dgm:presOf axis="ch des"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5"/>
    </dgm:choose>
    <dgm:layoutNode name="parentText1" styleLbl="revTx">
      <dgm:varLst>
        <dgm:chMax val="4"/>
        <dgm:chPref val="3"/>
        <dgm:bulletEnabled val="1"/>
      </dgm:varLst>
      <dgm:alg type="tx"/>
      <dgm:shape xmlns:r="http://schemas.openxmlformats.org/officeDocument/2006/relationships" type="rect" r:blip="">
        <dgm:adjLst/>
      </dgm:shap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9959E-9D50-24F8-4719-879D9B6FE1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BAA69FE0-CF8C-7579-4169-1A53D4A4C8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E07A060D-F501-CD3E-516D-D7DB7C80873F}"/>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38DCEDBD-1E72-35A9-D6AF-4E3A50FA60E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CC9213F4-D557-C400-409F-5FE8A04239BD}"/>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4405819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9B056-0F9B-4669-A97A-FF1B40FD5126}"/>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7407607B-7113-FF8F-F698-A36DA892F6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6D6A730D-1BAD-C017-137E-73A7B27DDAD0}"/>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8C8BC3E6-631F-D8CF-4607-A01F660FB67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0931919-C401-2B1D-7FDC-1DA5B22530E5}"/>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942998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7564C-DB66-37D2-E20F-C42C4328A6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091335F1-0725-AEC4-C697-D4F54BE11CE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3E8E01-3734-F3FA-A38B-016994492BB9}"/>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B5D7EBDA-D41F-02D8-8DC5-E34ADED99D2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C7CA86C-D37A-F564-3E95-EEC375184472}"/>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8354767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9462A-4D92-9FE0-FD09-23C621F96383}"/>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9391F4DD-E23B-78D9-B267-D796F83711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149E11CB-71EC-A150-6D2C-DD09487001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F1C23BCE-7426-5CC0-F435-DA674FB6A0B5}"/>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6" name="Footer Placeholder 5">
            <a:extLst>
              <a:ext uri="{FF2B5EF4-FFF2-40B4-BE49-F238E27FC236}">
                <a16:creationId xmlns:a16="http://schemas.microsoft.com/office/drawing/2014/main" id="{DF9177BB-B873-FD1D-D5C3-8026949726E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95F5C6F1-C21E-5B55-F73E-F49377740BAA}"/>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2393683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72225-60C3-950E-AB01-CE1017CE4DCD}"/>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F1547E66-4C24-489B-C232-711B301BA4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2794E9-31A3-B2DD-CFBD-775A8C8E1C7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261E943D-8664-9B6A-25DB-8D640118D6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677208-114B-7ECF-1DCC-209F3E6D4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B6674751-0196-1C09-6B59-B517D4258A14}"/>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8" name="Footer Placeholder 7">
            <a:extLst>
              <a:ext uri="{FF2B5EF4-FFF2-40B4-BE49-F238E27FC236}">
                <a16:creationId xmlns:a16="http://schemas.microsoft.com/office/drawing/2014/main" id="{F907E25C-74BF-410B-2B40-2D61D6BD81C2}"/>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B8D4E2E5-D0BC-FC18-4951-0F5749DED52C}"/>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1804410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AC2D2-B228-F6AE-0FBA-6D6B138C6EE9}"/>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B6553880-3934-B65A-8040-486F6D1E8BB1}"/>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4" name="Footer Placeholder 3">
            <a:extLst>
              <a:ext uri="{FF2B5EF4-FFF2-40B4-BE49-F238E27FC236}">
                <a16:creationId xmlns:a16="http://schemas.microsoft.com/office/drawing/2014/main" id="{15494F9F-AA0A-B294-71F4-7C1661260134}"/>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B6E5CA4E-1A4B-14C0-44BE-BE952EB228F7}"/>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146428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805037-B961-9129-47D3-081D3484DAE6}"/>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3" name="Footer Placeholder 2">
            <a:extLst>
              <a:ext uri="{FF2B5EF4-FFF2-40B4-BE49-F238E27FC236}">
                <a16:creationId xmlns:a16="http://schemas.microsoft.com/office/drawing/2014/main" id="{12B79D7B-F4F6-19A1-9B51-C61BAFCCB252}"/>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E17C8671-02D8-FB4F-3C6C-98C54AA527D3}"/>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545043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958D-F230-3FEB-4987-2261059592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27BC30BF-F370-FAA5-C38B-AD85FF4323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BDB232C5-97CD-5377-2C80-0062F69032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4008F5-D47C-223A-234E-C364EBF89C2B}"/>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6" name="Footer Placeholder 5">
            <a:extLst>
              <a:ext uri="{FF2B5EF4-FFF2-40B4-BE49-F238E27FC236}">
                <a16:creationId xmlns:a16="http://schemas.microsoft.com/office/drawing/2014/main" id="{520767B6-3D60-EC96-303D-4DD2E124574D}"/>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D9EFC185-8A24-8E4D-9406-E7D1683B2FEC}"/>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307579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837A5-AA84-5414-47F2-892D342C39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0023B918-EBB9-70C6-175C-F5D9AAF7C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54651CD6-FE60-E033-3601-CBB48BC579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11CC67-5B35-6C3D-5C1C-487DF170C38F}"/>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6" name="Footer Placeholder 5">
            <a:extLst>
              <a:ext uri="{FF2B5EF4-FFF2-40B4-BE49-F238E27FC236}">
                <a16:creationId xmlns:a16="http://schemas.microsoft.com/office/drawing/2014/main" id="{B8B25923-7A78-21A7-6F67-20F9927D8AEB}"/>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3D5CA812-86C6-B538-E177-899A574D03D9}"/>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3522670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26136-69BE-7A58-C103-92E9A42FD390}"/>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5A463590-9E85-7BA5-28B6-ED8AD822F42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9B8AECB-B4A2-576A-FE19-811405FAAFA1}"/>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6AB651BC-747E-2177-9113-7C41427ED4B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DD9EC49F-1A0A-C297-8DA9-867DCE5B2BD3}"/>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2030606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E33AAD-7F95-E0F7-709A-C74B2A78C7F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5F5E57FC-053C-F33A-8530-DF468D28FA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15BB4246-B686-225D-9A96-372A709EBF4B}"/>
              </a:ext>
            </a:extLst>
          </p:cNvPr>
          <p:cNvSpPr>
            <a:spLocks noGrp="1"/>
          </p:cNvSpPr>
          <p:nvPr>
            <p:ph type="dt" sz="half" idx="10"/>
          </p:nvPr>
        </p:nvSpPr>
        <p:spPr/>
        <p:txBody>
          <a:body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25D65DA5-5B52-1FF0-7867-46E7DB310D4A}"/>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57605B0C-6301-B257-1DE4-F58DD70B6E60}"/>
              </a:ext>
            </a:extLst>
          </p:cNvPr>
          <p:cNvSpPr>
            <a:spLocks noGrp="1"/>
          </p:cNvSpPr>
          <p:nvPr>
            <p:ph type="sldNum" sz="quarter" idx="12"/>
          </p:nvPr>
        </p:nvSpPr>
        <p:spPr/>
        <p:txBody>
          <a:bodyPr/>
          <a:lstStyle/>
          <a:p>
            <a:fld id="{B332D101-8D21-4CDD-B624-89F92CBEFBFB}" type="slidenum">
              <a:rPr lang="en-NZ" smtClean="0"/>
              <a:t>‹#›</a:t>
            </a:fld>
            <a:endParaRPr lang="en-NZ"/>
          </a:p>
        </p:txBody>
      </p:sp>
    </p:spTree>
    <p:extLst>
      <p:ext uri="{BB962C8B-B14F-4D97-AF65-F5344CB8AC3E}">
        <p14:creationId xmlns:p14="http://schemas.microsoft.com/office/powerpoint/2010/main" val="71104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F8C2D5-6D50-B1E6-2B00-E63F526E0C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35A5A0E1-FF16-EBE8-C9ED-5553564DFE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43705BE-F847-D670-D1C7-1C8AFE054C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DD8B70-7D6D-44ED-92B1-599662F0D2AD}" type="datetimeFigureOut">
              <a:rPr lang="en-NZ" smtClean="0"/>
              <a:t>7/01/2023</a:t>
            </a:fld>
            <a:endParaRPr lang="en-NZ"/>
          </a:p>
        </p:txBody>
      </p:sp>
      <p:sp>
        <p:nvSpPr>
          <p:cNvPr id="5" name="Footer Placeholder 4">
            <a:extLst>
              <a:ext uri="{FF2B5EF4-FFF2-40B4-BE49-F238E27FC236}">
                <a16:creationId xmlns:a16="http://schemas.microsoft.com/office/drawing/2014/main" id="{1C8C82A9-770B-5C70-F812-0B213E36BC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NZ"/>
          </a:p>
        </p:txBody>
      </p:sp>
      <p:sp>
        <p:nvSpPr>
          <p:cNvPr id="6" name="Slide Number Placeholder 5">
            <a:extLst>
              <a:ext uri="{FF2B5EF4-FFF2-40B4-BE49-F238E27FC236}">
                <a16:creationId xmlns:a16="http://schemas.microsoft.com/office/drawing/2014/main" id="{7CC85284-C519-0657-801C-9D155BD19E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332D101-8D21-4CDD-B624-89F92CBEFBFB}" type="slidenum">
              <a:rPr lang="en-NZ" smtClean="0"/>
              <a:t>‹#›</a:t>
            </a:fld>
            <a:endParaRPr lang="en-NZ"/>
          </a:p>
        </p:txBody>
      </p:sp>
      <p:sp>
        <p:nvSpPr>
          <p:cNvPr id="8" name="TextBox 7">
            <a:extLst>
              <a:ext uri="{FF2B5EF4-FFF2-40B4-BE49-F238E27FC236}">
                <a16:creationId xmlns:a16="http://schemas.microsoft.com/office/drawing/2014/main" id="{9616ACD7-C93B-759A-ABAC-CBF4245A7EF9}"/>
              </a:ext>
            </a:extLst>
          </p:cNvPr>
          <p:cNvSpPr txBox="1"/>
          <p:nvPr userDrawn="1">
            <p:extLst>
              <p:ext uri="{1162E1C5-73C7-4A58-AE30-91384D911F3F}">
                <p184:classification xmlns:p184="http://schemas.microsoft.com/office/powerpoint/2018/4/main" val="ftr"/>
              </p:ext>
            </p:extLst>
          </p:nvPr>
        </p:nvSpPr>
        <p:spPr>
          <a:xfrm>
            <a:off x="10596563" y="6705600"/>
            <a:ext cx="1652587" cy="152400"/>
          </a:xfrm>
          <a:prstGeom prst="rect">
            <a:avLst/>
          </a:prstGeom>
        </p:spPr>
        <p:txBody>
          <a:bodyPr horzOverflow="overflow" lIns="0" tIns="0" rIns="0" bIns="0">
            <a:spAutoFit/>
          </a:bodyPr>
          <a:lstStyle/>
          <a:p>
            <a:pPr algn="l"/>
            <a:r>
              <a:rPr lang="en-NZ" sz="1000">
                <a:solidFill>
                  <a:srgbClr val="000000"/>
                </a:solidFill>
                <a:latin typeface="Calibri" panose="020F0502020204030204" pitchFamily="34" charset="0"/>
                <a:cs typeface="Calibri" panose="020F0502020204030204" pitchFamily="34" charset="0"/>
              </a:rPr>
              <a:t>Protected: TFNZ Partners Only. </a:t>
            </a:r>
          </a:p>
        </p:txBody>
      </p:sp>
    </p:spTree>
    <p:extLst>
      <p:ext uri="{BB962C8B-B14F-4D97-AF65-F5344CB8AC3E}">
        <p14:creationId xmlns:p14="http://schemas.microsoft.com/office/powerpoint/2010/main" val="6022806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B26EE4FD-480F-42A5-9FEB-DA630457CF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Freeform 5">
            <a:extLst>
              <a:ext uri="{FF2B5EF4-FFF2-40B4-BE49-F238E27FC236}">
                <a16:creationId xmlns:a16="http://schemas.microsoft.com/office/drawing/2014/main" id="{A187062F-BE14-42FC-B06A-607DB23849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42688" y="1766812"/>
            <a:ext cx="822493" cy="4232692"/>
          </a:xfrm>
          <a:custGeom>
            <a:avLst/>
            <a:gdLst>
              <a:gd name="T0" fmla="*/ 491 w 491"/>
              <a:gd name="T1" fmla="*/ 2247 h 2732"/>
              <a:gd name="T2" fmla="*/ 0 w 491"/>
              <a:gd name="T3" fmla="*/ 2732 h 2732"/>
              <a:gd name="T4" fmla="*/ 0 w 491"/>
              <a:gd name="T5" fmla="*/ 486 h 2732"/>
              <a:gd name="T6" fmla="*/ 491 w 491"/>
              <a:gd name="T7" fmla="*/ 0 h 2732"/>
              <a:gd name="T8" fmla="*/ 491 w 491"/>
              <a:gd name="T9" fmla="*/ 2247 h 2732"/>
            </a:gdLst>
            <a:ahLst/>
            <a:cxnLst>
              <a:cxn ang="0">
                <a:pos x="T0" y="T1"/>
              </a:cxn>
              <a:cxn ang="0">
                <a:pos x="T2" y="T3"/>
              </a:cxn>
              <a:cxn ang="0">
                <a:pos x="T4" y="T5"/>
              </a:cxn>
              <a:cxn ang="0">
                <a:pos x="T6" y="T7"/>
              </a:cxn>
              <a:cxn ang="0">
                <a:pos x="T8" y="T9"/>
              </a:cxn>
            </a:cxnLst>
            <a:rect l="0" t="0" r="r" b="b"/>
            <a:pathLst>
              <a:path w="491" h="2732">
                <a:moveTo>
                  <a:pt x="491" y="2247"/>
                </a:moveTo>
                <a:lnTo>
                  <a:pt x="0" y="2732"/>
                </a:lnTo>
                <a:lnTo>
                  <a:pt x="0" y="486"/>
                </a:lnTo>
                <a:lnTo>
                  <a:pt x="491" y="0"/>
                </a:lnTo>
                <a:lnTo>
                  <a:pt x="491" y="2247"/>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6">
            <a:extLst>
              <a:ext uri="{FF2B5EF4-FFF2-40B4-BE49-F238E27FC236}">
                <a16:creationId xmlns:a16="http://schemas.microsoft.com/office/drawing/2014/main" id="{731FE21B-2A45-4BF5-8B03-E123419887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842689" y="1423780"/>
            <a:ext cx="687754" cy="3820236"/>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7" name="Freeform 7">
            <a:extLst>
              <a:ext uri="{FF2B5EF4-FFF2-40B4-BE49-F238E27FC236}">
                <a16:creationId xmlns:a16="http://schemas.microsoft.com/office/drawing/2014/main" id="{2DC5A94D-79ED-48F5-9DC5-96CBB507C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183243" y="1239381"/>
            <a:ext cx="347200" cy="3699705"/>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59" name="Rectangle 8">
            <a:extLst>
              <a:ext uri="{FF2B5EF4-FFF2-40B4-BE49-F238E27FC236}">
                <a16:creationId xmlns:a16="http://schemas.microsoft.com/office/drawing/2014/main" id="{93A3D4BE-AF25-4F9A-9C29-1145CCE24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183242" y="1230651"/>
            <a:ext cx="10208658" cy="3531073"/>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56113922-7F86-5BAB-4308-45D6B5CC3325}"/>
              </a:ext>
            </a:extLst>
          </p:cNvPr>
          <p:cNvSpPr>
            <a:spLocks noGrp="1"/>
          </p:cNvSpPr>
          <p:nvPr>
            <p:ph type="ctrTitle"/>
          </p:nvPr>
        </p:nvSpPr>
        <p:spPr>
          <a:xfrm>
            <a:off x="1870997" y="1607809"/>
            <a:ext cx="9236026" cy="2876680"/>
          </a:xfrm>
        </p:spPr>
        <p:txBody>
          <a:bodyPr anchor="b">
            <a:normAutofit/>
          </a:bodyPr>
          <a:lstStyle/>
          <a:p>
            <a:pPr algn="l"/>
            <a:r>
              <a:rPr lang="en-NZ" sz="6600">
                <a:solidFill>
                  <a:srgbClr val="FFFFFF"/>
                </a:solidFill>
              </a:rPr>
              <a:t>Mini Project 1</a:t>
            </a:r>
          </a:p>
        </p:txBody>
      </p:sp>
      <p:sp>
        <p:nvSpPr>
          <p:cNvPr id="3" name="Subtitle 2">
            <a:extLst>
              <a:ext uri="{FF2B5EF4-FFF2-40B4-BE49-F238E27FC236}">
                <a16:creationId xmlns:a16="http://schemas.microsoft.com/office/drawing/2014/main" id="{1BC6228F-2C77-3F5A-979E-B3EF6295C4F4}"/>
              </a:ext>
            </a:extLst>
          </p:cNvPr>
          <p:cNvSpPr>
            <a:spLocks noGrp="1"/>
          </p:cNvSpPr>
          <p:nvPr>
            <p:ph type="subTitle" idx="1"/>
          </p:nvPr>
        </p:nvSpPr>
        <p:spPr>
          <a:xfrm>
            <a:off x="1987499" y="4810308"/>
            <a:ext cx="9003022" cy="1076551"/>
          </a:xfrm>
        </p:spPr>
        <p:txBody>
          <a:bodyPr>
            <a:normAutofit/>
          </a:bodyPr>
          <a:lstStyle/>
          <a:p>
            <a:pPr algn="l"/>
            <a:r>
              <a:rPr lang="en-NZ"/>
              <a:t>Flight Price Predictor</a:t>
            </a:r>
          </a:p>
          <a:p>
            <a:pPr algn="l"/>
            <a:r>
              <a:rPr lang="en-NZ"/>
              <a:t>By : Divendra Raj</a:t>
            </a:r>
          </a:p>
        </p:txBody>
      </p:sp>
    </p:spTree>
    <p:extLst>
      <p:ext uri="{BB962C8B-B14F-4D97-AF65-F5344CB8AC3E}">
        <p14:creationId xmlns:p14="http://schemas.microsoft.com/office/powerpoint/2010/main" val="2273791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Business Context:</a:t>
            </a:r>
            <a:br>
              <a:rPr lang="en-NZ" sz="1800" dirty="0">
                <a:solidFill>
                  <a:srgbClr val="FFFFFF"/>
                </a:solidFill>
              </a:rPr>
            </a:br>
            <a:br>
              <a:rPr lang="en-NZ" sz="1800" dirty="0">
                <a:solidFill>
                  <a:srgbClr val="FFFFFF"/>
                </a:solidFill>
              </a:rPr>
            </a:br>
            <a:r>
              <a:rPr lang="en-NZ" sz="1800" dirty="0">
                <a:solidFill>
                  <a:srgbClr val="FFFFFF"/>
                </a:solidFill>
              </a:rPr>
              <a:t>As you can see from the business prospective selling tickets at highest price as possible and passengers buying tickets at lowest price possible</a:t>
            </a:r>
            <a:br>
              <a:rPr lang="en-NZ" sz="1800" dirty="0">
                <a:solidFill>
                  <a:srgbClr val="FFFFFF"/>
                </a:solidFill>
              </a:rPr>
            </a:br>
            <a:br>
              <a:rPr lang="en-NZ" sz="1800" dirty="0">
                <a:solidFill>
                  <a:srgbClr val="FFFFFF"/>
                </a:solidFill>
              </a:rPr>
            </a:br>
            <a:r>
              <a:rPr lang="en-NZ" sz="1800" dirty="0">
                <a:solidFill>
                  <a:srgbClr val="FFFFFF"/>
                </a:solidFill>
              </a:rPr>
              <a:t>There are some internal and external factors that affects the price when buying tickets</a:t>
            </a: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pic>
        <p:nvPicPr>
          <p:cNvPr id="1028" name="Picture 4">
            <a:extLst>
              <a:ext uri="{FF2B5EF4-FFF2-40B4-BE49-F238E27FC236}">
                <a16:creationId xmlns:a16="http://schemas.microsoft.com/office/drawing/2014/main" id="{14568306-301D-D00B-0974-8203797B1FC0}"/>
              </a:ext>
            </a:extLst>
          </p:cNvPr>
          <p:cNvPicPr>
            <a:picLocks noGrp="1" noChangeAspect="1" noChangeArrowheads="1"/>
          </p:cNvPicPr>
          <p:nvPr>
            <p:ph idx="1"/>
          </p:nvPr>
        </p:nvPicPr>
        <p:blipFill>
          <a:blip r:embed="rId2">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val="0"/>
              </a:ext>
            </a:extLst>
          </a:blip>
          <a:srcRect/>
          <a:stretch>
            <a:fillRect/>
          </a:stretch>
        </p:blipFill>
        <p:spPr bwMode="auto">
          <a:xfrm>
            <a:off x="5254605" y="1800808"/>
            <a:ext cx="5949950" cy="43537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6936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Business Question?</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3D4C54D3-8AAC-27C9-C2DC-952BAF77A6A9}"/>
              </a:ext>
            </a:extLst>
          </p:cNvPr>
          <p:cNvSpPr>
            <a:spLocks noGrp="1"/>
          </p:cNvSpPr>
          <p:nvPr>
            <p:ph idx="1"/>
          </p:nvPr>
        </p:nvSpPr>
        <p:spPr>
          <a:xfrm>
            <a:off x="5661400" y="1825625"/>
            <a:ext cx="5692400" cy="4351338"/>
          </a:xfrm>
        </p:spPr>
        <p:txBody>
          <a:bodyPr/>
          <a:lstStyle/>
          <a:p>
            <a:endParaRPr lang="en-NZ" dirty="0">
              <a:solidFill>
                <a:srgbClr val="FFFFFF"/>
              </a:solidFill>
            </a:endParaRPr>
          </a:p>
          <a:p>
            <a:pPr marL="0" indent="0">
              <a:buNone/>
            </a:pPr>
            <a:r>
              <a:rPr lang="en-NZ" sz="2800" dirty="0">
                <a:solidFill>
                  <a:srgbClr val="FFFFFF"/>
                </a:solidFill>
              </a:rPr>
              <a:t>Does the features/factors really affect the ticket price or passenger pay price by journey?</a:t>
            </a:r>
          </a:p>
          <a:p>
            <a:endParaRPr lang="en-NZ" dirty="0">
              <a:solidFill>
                <a:srgbClr val="FFFFFF"/>
              </a:solidFill>
            </a:endParaRPr>
          </a:p>
          <a:p>
            <a:pPr marL="0" indent="0">
              <a:buNone/>
            </a:pPr>
            <a:endParaRPr lang="en-NZ" sz="2800" dirty="0">
              <a:solidFill>
                <a:srgbClr val="FFFFFF"/>
              </a:solidFill>
            </a:endParaRPr>
          </a:p>
          <a:p>
            <a:endParaRPr lang="en-NZ" dirty="0">
              <a:solidFill>
                <a:srgbClr val="FFFFFF"/>
              </a:solidFill>
            </a:endParaRPr>
          </a:p>
          <a:p>
            <a:pPr algn="just"/>
            <a:endParaRPr lang="en-NZ" sz="2800" dirty="0">
              <a:solidFill>
                <a:srgbClr val="FFFFFF"/>
              </a:solidFill>
            </a:endParaRPr>
          </a:p>
          <a:p>
            <a:endParaRPr lang="en-NZ" dirty="0">
              <a:solidFill>
                <a:srgbClr val="FFFFFF"/>
              </a:solidFill>
            </a:endParaRPr>
          </a:p>
          <a:p>
            <a:endParaRPr lang="en-NZ" dirty="0"/>
          </a:p>
        </p:txBody>
      </p:sp>
    </p:spTree>
    <p:extLst>
      <p:ext uri="{BB962C8B-B14F-4D97-AF65-F5344CB8AC3E}">
        <p14:creationId xmlns:p14="http://schemas.microsoft.com/office/powerpoint/2010/main" val="2987310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Data Pipeline</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aphicFrame>
        <p:nvGraphicFramePr>
          <p:cNvPr id="5" name="Content Placeholder 4">
            <a:extLst>
              <a:ext uri="{FF2B5EF4-FFF2-40B4-BE49-F238E27FC236}">
                <a16:creationId xmlns:a16="http://schemas.microsoft.com/office/drawing/2014/main" id="{E125AEB0-065D-8527-6E1D-429803505701}"/>
              </a:ext>
            </a:extLst>
          </p:cNvPr>
          <p:cNvGraphicFramePr>
            <a:graphicFrameLocks noGrp="1"/>
          </p:cNvGraphicFramePr>
          <p:nvPr>
            <p:ph idx="1"/>
            <p:extLst>
              <p:ext uri="{D42A27DB-BD31-4B8C-83A1-F6EECF244321}">
                <p14:modId xmlns:p14="http://schemas.microsoft.com/office/powerpoint/2010/main" val="3522322858"/>
              </p:ext>
            </p:extLst>
          </p:nvPr>
        </p:nvGraphicFramePr>
        <p:xfrm>
          <a:off x="4323291" y="1669003"/>
          <a:ext cx="7501765" cy="45079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96862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Data Summary</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lstStyle/>
          <a:p>
            <a:pPr marL="0" indent="0">
              <a:buNone/>
            </a:pPr>
            <a:r>
              <a:rPr lang="en-NZ" sz="1800" dirty="0"/>
              <a:t>-   My data is India’s 2019 flight details csv file sourced from     Kaggle project which has all the features discussed in context</a:t>
            </a:r>
          </a:p>
          <a:p>
            <a:pPr lvl="1">
              <a:buFontTx/>
              <a:buChar char="-"/>
            </a:pPr>
            <a:r>
              <a:rPr lang="en-NZ" sz="1400" dirty="0"/>
              <a:t>Different Airlines </a:t>
            </a:r>
          </a:p>
          <a:p>
            <a:pPr lvl="1">
              <a:buFontTx/>
              <a:buChar char="-"/>
            </a:pPr>
            <a:r>
              <a:rPr lang="en-NZ" sz="1400" dirty="0"/>
              <a:t>Date of Journey, From and To, Total Stops, Departure and Arrival Times, Routes, Duration.</a:t>
            </a:r>
          </a:p>
          <a:p>
            <a:pPr lvl="1">
              <a:buFontTx/>
              <a:buChar char="-"/>
            </a:pPr>
            <a:r>
              <a:rPr lang="en-NZ" sz="1400" dirty="0"/>
              <a:t>Prices</a:t>
            </a:r>
          </a:p>
          <a:p>
            <a:pPr>
              <a:buFontTx/>
              <a:buChar char="-"/>
            </a:pPr>
            <a:r>
              <a:rPr lang="en-NZ" sz="1800" dirty="0"/>
              <a:t>Needed some data cleaning and engineering to the feature correlation</a:t>
            </a:r>
          </a:p>
          <a:p>
            <a:pPr lvl="1">
              <a:buFontTx/>
              <a:buChar char="-"/>
            </a:pPr>
            <a:r>
              <a:rPr lang="en-NZ" sz="1400" dirty="0"/>
              <a:t>Removing NA’s</a:t>
            </a:r>
          </a:p>
          <a:p>
            <a:pPr lvl="1">
              <a:buFontTx/>
              <a:buChar char="-"/>
            </a:pPr>
            <a:r>
              <a:rPr lang="en-NZ" sz="1400" dirty="0"/>
              <a:t>Converting data to integers </a:t>
            </a:r>
          </a:p>
          <a:p>
            <a:pPr lvl="1">
              <a:buFontTx/>
              <a:buChar char="-"/>
            </a:pPr>
            <a:r>
              <a:rPr lang="en-NZ" sz="1400" dirty="0"/>
              <a:t>Removing unique values </a:t>
            </a:r>
          </a:p>
          <a:p>
            <a:pPr>
              <a:buFontTx/>
              <a:buChar char="-"/>
            </a:pPr>
            <a:r>
              <a:rPr lang="en-NZ" sz="1800" dirty="0"/>
              <a:t>Feature of Interest</a:t>
            </a:r>
          </a:p>
          <a:p>
            <a:pPr lvl="1">
              <a:buFontTx/>
              <a:buChar char="-"/>
            </a:pPr>
            <a:r>
              <a:rPr lang="en-NZ" sz="1400" dirty="0"/>
              <a:t>Dep time </a:t>
            </a:r>
          </a:p>
          <a:p>
            <a:pPr lvl="1">
              <a:buFontTx/>
              <a:buChar char="-"/>
            </a:pPr>
            <a:r>
              <a:rPr lang="en-NZ" sz="1400" dirty="0"/>
              <a:t>Arrival time   </a:t>
            </a:r>
          </a:p>
          <a:p>
            <a:pPr lvl="1">
              <a:buFontTx/>
              <a:buChar char="-"/>
            </a:pPr>
            <a:r>
              <a:rPr lang="en-NZ" sz="1400" dirty="0"/>
              <a:t>Duration</a:t>
            </a:r>
          </a:p>
          <a:p>
            <a:pPr lvl="1">
              <a:buFontTx/>
              <a:buChar char="-"/>
            </a:pPr>
            <a:r>
              <a:rPr lang="en-NZ" sz="1400" dirty="0"/>
              <a:t>Total stop</a:t>
            </a:r>
          </a:p>
        </p:txBody>
      </p:sp>
    </p:spTree>
    <p:extLst>
      <p:ext uri="{BB962C8B-B14F-4D97-AF65-F5344CB8AC3E}">
        <p14:creationId xmlns:p14="http://schemas.microsoft.com/office/powerpoint/2010/main" val="3454825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Data Overview – Original Data</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3" name="Content Placeholder 2">
            <a:extLst>
              <a:ext uri="{FF2B5EF4-FFF2-40B4-BE49-F238E27FC236}">
                <a16:creationId xmlns:a16="http://schemas.microsoft.com/office/drawing/2014/main" id="{F1A43EF7-B355-68A4-C7A9-F836D93AF7C6}"/>
              </a:ext>
            </a:extLst>
          </p:cNvPr>
          <p:cNvGraphicFramePr>
            <a:graphicFrameLocks noGrp="1"/>
          </p:cNvGraphicFramePr>
          <p:nvPr>
            <p:ph idx="1"/>
            <p:extLst>
              <p:ext uri="{D42A27DB-BD31-4B8C-83A1-F6EECF244321}">
                <p14:modId xmlns:p14="http://schemas.microsoft.com/office/powerpoint/2010/main" val="3531973217"/>
              </p:ext>
            </p:extLst>
          </p:nvPr>
        </p:nvGraphicFramePr>
        <p:xfrm>
          <a:off x="678004" y="2615979"/>
          <a:ext cx="10859940" cy="1589798"/>
        </p:xfrm>
        <a:graphic>
          <a:graphicData uri="http://schemas.openxmlformats.org/drawingml/2006/table">
            <a:tbl>
              <a:tblPr firstRow="1" bandRow="1"/>
              <a:tblGrid>
                <a:gridCol w="649557">
                  <a:extLst>
                    <a:ext uri="{9D8B030D-6E8A-4147-A177-3AD203B41FA5}">
                      <a16:colId xmlns:a16="http://schemas.microsoft.com/office/drawing/2014/main" val="2493696670"/>
                    </a:ext>
                  </a:extLst>
                </a:gridCol>
                <a:gridCol w="1087165">
                  <a:extLst>
                    <a:ext uri="{9D8B030D-6E8A-4147-A177-3AD203B41FA5}">
                      <a16:colId xmlns:a16="http://schemas.microsoft.com/office/drawing/2014/main" val="2139318704"/>
                    </a:ext>
                  </a:extLst>
                </a:gridCol>
                <a:gridCol w="878890">
                  <a:extLst>
                    <a:ext uri="{9D8B030D-6E8A-4147-A177-3AD203B41FA5}">
                      <a16:colId xmlns:a16="http://schemas.microsoft.com/office/drawing/2014/main" val="2632234649"/>
                    </a:ext>
                  </a:extLst>
                </a:gridCol>
                <a:gridCol w="905522">
                  <a:extLst>
                    <a:ext uri="{9D8B030D-6E8A-4147-A177-3AD203B41FA5}">
                      <a16:colId xmlns:a16="http://schemas.microsoft.com/office/drawing/2014/main" val="352311883"/>
                    </a:ext>
                  </a:extLst>
                </a:gridCol>
                <a:gridCol w="861134">
                  <a:extLst>
                    <a:ext uri="{9D8B030D-6E8A-4147-A177-3AD203B41FA5}">
                      <a16:colId xmlns:a16="http://schemas.microsoft.com/office/drawing/2014/main" val="850876623"/>
                    </a:ext>
                  </a:extLst>
                </a:gridCol>
                <a:gridCol w="1526959">
                  <a:extLst>
                    <a:ext uri="{9D8B030D-6E8A-4147-A177-3AD203B41FA5}">
                      <a16:colId xmlns:a16="http://schemas.microsoft.com/office/drawing/2014/main" val="3502627104"/>
                    </a:ext>
                  </a:extLst>
                </a:gridCol>
                <a:gridCol w="870012">
                  <a:extLst>
                    <a:ext uri="{9D8B030D-6E8A-4147-A177-3AD203B41FA5}">
                      <a16:colId xmlns:a16="http://schemas.microsoft.com/office/drawing/2014/main" val="3185369387"/>
                    </a:ext>
                  </a:extLst>
                </a:gridCol>
                <a:gridCol w="896644">
                  <a:extLst>
                    <a:ext uri="{9D8B030D-6E8A-4147-A177-3AD203B41FA5}">
                      <a16:colId xmlns:a16="http://schemas.microsoft.com/office/drawing/2014/main" val="3827084893"/>
                    </a:ext>
                  </a:extLst>
                </a:gridCol>
                <a:gridCol w="807868">
                  <a:extLst>
                    <a:ext uri="{9D8B030D-6E8A-4147-A177-3AD203B41FA5}">
                      <a16:colId xmlns:a16="http://schemas.microsoft.com/office/drawing/2014/main" val="3832077914"/>
                    </a:ext>
                  </a:extLst>
                </a:gridCol>
                <a:gridCol w="1136342">
                  <a:extLst>
                    <a:ext uri="{9D8B030D-6E8A-4147-A177-3AD203B41FA5}">
                      <a16:colId xmlns:a16="http://schemas.microsoft.com/office/drawing/2014/main" val="2574782065"/>
                    </a:ext>
                  </a:extLst>
                </a:gridCol>
                <a:gridCol w="616505">
                  <a:extLst>
                    <a:ext uri="{9D8B030D-6E8A-4147-A177-3AD203B41FA5}">
                      <a16:colId xmlns:a16="http://schemas.microsoft.com/office/drawing/2014/main" val="1692028182"/>
                    </a:ext>
                  </a:extLst>
                </a:gridCol>
                <a:gridCol w="623342">
                  <a:extLst>
                    <a:ext uri="{9D8B030D-6E8A-4147-A177-3AD203B41FA5}">
                      <a16:colId xmlns:a16="http://schemas.microsoft.com/office/drawing/2014/main" val="1954765986"/>
                    </a:ext>
                  </a:extLst>
                </a:gridCol>
              </a:tblGrid>
              <a:tr h="348723">
                <a:tc>
                  <a:txBody>
                    <a:bodyPr/>
                    <a:lstStyle/>
                    <a:p>
                      <a:pPr algn="r" fontAlgn="ctr"/>
                      <a:br>
                        <a:rPr lang="en-NZ" sz="1000" b="1">
                          <a:effectLst/>
                        </a:rPr>
                      </a:br>
                      <a:r>
                        <a:rPr lang="en-NZ" sz="1000" b="1">
                          <a:effectLst/>
                        </a:rPr>
                        <a:t>Airline</a:t>
                      </a:r>
                    </a:p>
                  </a:txBody>
                  <a:tcPr marL="62444" marR="62444" marT="31222" marB="31222" anchor="ctr">
                    <a:lnL>
                      <a:noFill/>
                    </a:lnL>
                    <a:lnR>
                      <a:noFill/>
                    </a:lnR>
                    <a:lnT>
                      <a:noFill/>
                    </a:lnT>
                    <a:lnB>
                      <a:noFill/>
                    </a:lnB>
                    <a:solidFill>
                      <a:srgbClr val="FFFFFF"/>
                    </a:solidFill>
                  </a:tcPr>
                </a:tc>
                <a:tc>
                  <a:txBody>
                    <a:bodyPr/>
                    <a:lstStyle/>
                    <a:p>
                      <a:pPr algn="r" fontAlgn="ctr"/>
                      <a:r>
                        <a:rPr lang="en-NZ" sz="1000" b="1">
                          <a:effectLst/>
                        </a:rPr>
                        <a:t>Date_of_Journey</a:t>
                      </a:r>
                    </a:p>
                  </a:txBody>
                  <a:tcPr marL="62444" marR="62444" marT="31222" marB="31222" anchor="ctr">
                    <a:lnL>
                      <a:noFill/>
                    </a:lnL>
                    <a:lnR>
                      <a:noFill/>
                    </a:lnR>
                    <a:lnT>
                      <a:noFill/>
                    </a:lnT>
                    <a:lnB>
                      <a:noFill/>
                    </a:lnB>
                    <a:solidFill>
                      <a:srgbClr val="FFFFFF"/>
                    </a:solidFill>
                  </a:tcPr>
                </a:tc>
                <a:tc>
                  <a:txBody>
                    <a:bodyPr/>
                    <a:lstStyle/>
                    <a:p>
                      <a:pPr algn="r" fontAlgn="ctr"/>
                      <a:r>
                        <a:rPr lang="en-NZ" sz="1000" b="1" dirty="0">
                          <a:effectLst/>
                        </a:rPr>
                        <a:t>Source</a:t>
                      </a:r>
                    </a:p>
                  </a:txBody>
                  <a:tcPr marL="62444" marR="62444" marT="31222" marB="31222" anchor="ctr">
                    <a:lnL>
                      <a:noFill/>
                    </a:lnL>
                    <a:lnR>
                      <a:noFill/>
                    </a:lnR>
                    <a:lnT>
                      <a:noFill/>
                    </a:lnT>
                    <a:lnB>
                      <a:noFill/>
                    </a:lnB>
                    <a:solidFill>
                      <a:srgbClr val="FFFFFF"/>
                    </a:solidFill>
                  </a:tcPr>
                </a:tc>
                <a:tc>
                  <a:txBody>
                    <a:bodyPr/>
                    <a:lstStyle/>
                    <a:p>
                      <a:pPr algn="r" fontAlgn="ctr"/>
                      <a:r>
                        <a:rPr lang="en-NZ" sz="1000" b="1" dirty="0">
                          <a:effectLst/>
                        </a:rPr>
                        <a:t>Destination</a:t>
                      </a:r>
                    </a:p>
                  </a:txBody>
                  <a:tcPr marL="62444" marR="62444" marT="31222" marB="31222" anchor="ctr">
                    <a:lnL>
                      <a:noFill/>
                    </a:lnL>
                    <a:lnR>
                      <a:noFill/>
                    </a:lnR>
                    <a:lnT>
                      <a:noFill/>
                    </a:lnT>
                    <a:lnB>
                      <a:noFill/>
                    </a:lnB>
                    <a:solidFill>
                      <a:srgbClr val="FFFFFF"/>
                    </a:solidFill>
                  </a:tcPr>
                </a:tc>
                <a:tc>
                  <a:txBody>
                    <a:bodyPr/>
                    <a:lstStyle/>
                    <a:p>
                      <a:pPr algn="r" fontAlgn="ctr"/>
                      <a:r>
                        <a:rPr lang="en-NZ" sz="1000" b="1">
                          <a:effectLst/>
                        </a:rPr>
                        <a:t>Route</a:t>
                      </a:r>
                    </a:p>
                  </a:txBody>
                  <a:tcPr marL="62444" marR="62444" marT="31222" marB="31222" anchor="ctr">
                    <a:lnL>
                      <a:noFill/>
                    </a:lnL>
                    <a:lnR>
                      <a:noFill/>
                    </a:lnR>
                    <a:lnT>
                      <a:noFill/>
                    </a:lnT>
                    <a:lnB>
                      <a:noFill/>
                    </a:lnB>
                    <a:solidFill>
                      <a:srgbClr val="FFFFFF"/>
                    </a:solidFill>
                  </a:tcPr>
                </a:tc>
                <a:tc>
                  <a:txBody>
                    <a:bodyPr/>
                    <a:lstStyle/>
                    <a:p>
                      <a:pPr algn="r" fontAlgn="ctr"/>
                      <a:r>
                        <a:rPr lang="en-NZ" sz="1000" b="1">
                          <a:effectLst/>
                        </a:rPr>
                        <a:t>Dep_Time</a:t>
                      </a:r>
                    </a:p>
                  </a:txBody>
                  <a:tcPr marL="62444" marR="62444" marT="31222" marB="31222" anchor="ctr">
                    <a:lnL>
                      <a:noFill/>
                    </a:lnL>
                    <a:lnR>
                      <a:noFill/>
                    </a:lnR>
                    <a:lnT>
                      <a:noFill/>
                    </a:lnT>
                    <a:lnB>
                      <a:noFill/>
                    </a:lnB>
                    <a:solidFill>
                      <a:srgbClr val="FFFFFF"/>
                    </a:solidFill>
                  </a:tcPr>
                </a:tc>
                <a:tc>
                  <a:txBody>
                    <a:bodyPr/>
                    <a:lstStyle/>
                    <a:p>
                      <a:pPr algn="r" fontAlgn="ctr"/>
                      <a:r>
                        <a:rPr lang="en-NZ" sz="1000" b="1" dirty="0" err="1">
                          <a:effectLst/>
                        </a:rPr>
                        <a:t>Arrival_Time</a:t>
                      </a:r>
                      <a:endParaRPr lang="en-NZ" sz="1000" b="1" dirty="0">
                        <a:effectLst/>
                      </a:endParaRPr>
                    </a:p>
                  </a:txBody>
                  <a:tcPr marL="62444" marR="62444" marT="31222" marB="31222" anchor="ctr">
                    <a:lnL>
                      <a:noFill/>
                    </a:lnL>
                    <a:lnR>
                      <a:noFill/>
                    </a:lnR>
                    <a:lnT>
                      <a:noFill/>
                    </a:lnT>
                    <a:lnB>
                      <a:noFill/>
                    </a:lnB>
                    <a:solidFill>
                      <a:srgbClr val="FFFFFF"/>
                    </a:solidFill>
                  </a:tcPr>
                </a:tc>
                <a:tc>
                  <a:txBody>
                    <a:bodyPr/>
                    <a:lstStyle/>
                    <a:p>
                      <a:pPr algn="r" fontAlgn="ctr"/>
                      <a:r>
                        <a:rPr lang="en-NZ" sz="1000" b="1">
                          <a:effectLst/>
                        </a:rPr>
                        <a:t>Duration</a:t>
                      </a:r>
                    </a:p>
                  </a:txBody>
                  <a:tcPr marL="62444" marR="62444" marT="31222" marB="31222" anchor="ctr">
                    <a:lnL>
                      <a:noFill/>
                    </a:lnL>
                    <a:lnR>
                      <a:noFill/>
                    </a:lnR>
                    <a:lnT>
                      <a:noFill/>
                    </a:lnT>
                    <a:lnB>
                      <a:noFill/>
                    </a:lnB>
                    <a:solidFill>
                      <a:srgbClr val="FFFFFF"/>
                    </a:solidFill>
                  </a:tcPr>
                </a:tc>
                <a:tc>
                  <a:txBody>
                    <a:bodyPr/>
                    <a:lstStyle/>
                    <a:p>
                      <a:pPr algn="r" fontAlgn="ctr"/>
                      <a:r>
                        <a:rPr lang="en-NZ" sz="1000" b="1" dirty="0" err="1">
                          <a:effectLst/>
                        </a:rPr>
                        <a:t>Total_Stops</a:t>
                      </a:r>
                      <a:endParaRPr lang="en-NZ" sz="1000" b="1" dirty="0">
                        <a:effectLst/>
                      </a:endParaRPr>
                    </a:p>
                  </a:txBody>
                  <a:tcPr marL="62444" marR="62444" marT="31222" marB="31222" anchor="ctr">
                    <a:lnL>
                      <a:noFill/>
                    </a:lnL>
                    <a:lnR>
                      <a:noFill/>
                    </a:lnR>
                    <a:lnT>
                      <a:noFill/>
                    </a:lnT>
                    <a:lnB>
                      <a:noFill/>
                    </a:lnB>
                    <a:solidFill>
                      <a:srgbClr val="FFFFFF"/>
                    </a:solidFill>
                  </a:tcPr>
                </a:tc>
                <a:tc>
                  <a:txBody>
                    <a:bodyPr/>
                    <a:lstStyle/>
                    <a:p>
                      <a:pPr algn="r" fontAlgn="ctr"/>
                      <a:r>
                        <a:rPr lang="en-NZ" sz="1000" b="1" dirty="0" err="1">
                          <a:effectLst/>
                        </a:rPr>
                        <a:t>Additional_Info</a:t>
                      </a:r>
                      <a:endParaRPr lang="en-NZ" sz="1000" b="1" dirty="0">
                        <a:effectLst/>
                      </a:endParaRPr>
                    </a:p>
                  </a:txBody>
                  <a:tcPr marL="62444" marR="62444" marT="31222" marB="31222" anchor="ctr">
                    <a:lnL>
                      <a:noFill/>
                    </a:lnL>
                    <a:lnR>
                      <a:noFill/>
                    </a:lnR>
                    <a:lnT>
                      <a:noFill/>
                    </a:lnT>
                    <a:lnB>
                      <a:noFill/>
                    </a:lnB>
                    <a:solidFill>
                      <a:srgbClr val="FFFFFF"/>
                    </a:solidFill>
                  </a:tcPr>
                </a:tc>
                <a:tc>
                  <a:txBody>
                    <a:bodyPr/>
                    <a:lstStyle/>
                    <a:p>
                      <a:pPr algn="r" fontAlgn="ctr"/>
                      <a:r>
                        <a:rPr lang="en-NZ" sz="1000" b="1">
                          <a:effectLst/>
                        </a:rPr>
                        <a:t>Price</a:t>
                      </a:r>
                    </a:p>
                  </a:txBody>
                  <a:tcPr marL="62444" marR="62444" marT="31222" marB="31222" anchor="ctr">
                    <a:lnL>
                      <a:noFill/>
                    </a:lnL>
                    <a:lnR>
                      <a:noFill/>
                    </a:lnR>
                    <a:lnT>
                      <a:noFill/>
                    </a:lnT>
                    <a:lnB>
                      <a:noFill/>
                    </a:lnB>
                    <a:solidFill>
                      <a:srgbClr val="FFFFFF"/>
                    </a:solidFill>
                  </a:tcPr>
                </a:tc>
                <a:tc>
                  <a:txBody>
                    <a:bodyPr/>
                    <a:lstStyle/>
                    <a:p>
                      <a:endParaRPr lang="en-NZ" sz="1000"/>
                    </a:p>
                  </a:txBody>
                  <a:tcPr marL="62444" marR="62444" marT="31222" marB="31222">
                    <a:lnL>
                      <a:noFill/>
                    </a:lnL>
                  </a:tcPr>
                </a:tc>
                <a:extLst>
                  <a:ext uri="{0D108BD9-81ED-4DB2-BD59-A6C34878D82A}">
                    <a16:rowId xmlns:a16="http://schemas.microsoft.com/office/drawing/2014/main" val="1311742254"/>
                  </a:ext>
                </a:extLst>
              </a:tr>
              <a:tr h="204009">
                <a:tc>
                  <a:txBody>
                    <a:bodyPr/>
                    <a:lstStyle/>
                    <a:p>
                      <a:pPr algn="r" fontAlgn="ctr"/>
                      <a:r>
                        <a:rPr lang="en-NZ" sz="1000" b="1">
                          <a:effectLst/>
                        </a:rPr>
                        <a:t>0</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IndiGo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24/03/2019</a:t>
                      </a:r>
                    </a:p>
                  </a:txBody>
                  <a:tcPr marL="62444" marR="62444" marT="31222" marB="31222" anchor="ctr">
                    <a:lnL>
                      <a:noFill/>
                    </a:lnL>
                    <a:lnR>
                      <a:noFill/>
                    </a:lnR>
                    <a:lnT>
                      <a:noFill/>
                    </a:lnT>
                    <a:lnB>
                      <a:noFill/>
                    </a:lnB>
                    <a:solidFill>
                      <a:srgbClr val="FFFFFF"/>
                    </a:solidFill>
                  </a:tcPr>
                </a:tc>
                <a:tc>
                  <a:txBody>
                    <a:bodyPr/>
                    <a:lstStyle/>
                    <a:p>
                      <a:pPr algn="r" fontAlgn="ctr"/>
                      <a:r>
                        <a:rPr lang="en-NZ" sz="1000" dirty="0" err="1">
                          <a:effectLst/>
                        </a:rPr>
                        <a:t>Banglore</a:t>
                      </a:r>
                      <a:endParaRPr lang="en-NZ" sz="1000" dirty="0">
                        <a:effectLst/>
                      </a:endParaRP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New Delhi</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BLR → DEL</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22:20</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01:10 22 Mar</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2h 50m</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non-stop</a:t>
                      </a:r>
                    </a:p>
                  </a:txBody>
                  <a:tcPr marL="62444" marR="62444" marT="31222" marB="31222" anchor="ctr">
                    <a:lnL>
                      <a:noFill/>
                    </a:lnL>
                    <a:lnR>
                      <a:noFill/>
                    </a:lnR>
                    <a:lnT>
                      <a:noFill/>
                    </a:lnT>
                    <a:lnB>
                      <a:noFill/>
                    </a:lnB>
                    <a:solidFill>
                      <a:srgbClr val="FFFFFF"/>
                    </a:solidFill>
                  </a:tcPr>
                </a:tc>
                <a:tc>
                  <a:txBody>
                    <a:bodyPr/>
                    <a:lstStyle/>
                    <a:p>
                      <a:pPr algn="r" fontAlgn="ctr"/>
                      <a:r>
                        <a:rPr lang="en-NZ" sz="1000" dirty="0">
                          <a:effectLst/>
                        </a:rPr>
                        <a:t>No info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3897</a:t>
                      </a:r>
                    </a:p>
                  </a:txBody>
                  <a:tcPr marL="62444" marR="62444" marT="31222" marB="31222" anchor="ctr">
                    <a:lnL>
                      <a:noFill/>
                    </a:lnL>
                    <a:lnR>
                      <a:noFill/>
                    </a:lnR>
                    <a:lnB>
                      <a:noFill/>
                    </a:lnB>
                    <a:solidFill>
                      <a:srgbClr val="FFFFFF"/>
                    </a:solidFill>
                  </a:tcPr>
                </a:tc>
                <a:extLst>
                  <a:ext uri="{0D108BD9-81ED-4DB2-BD59-A6C34878D82A}">
                    <a16:rowId xmlns:a16="http://schemas.microsoft.com/office/drawing/2014/main" val="378940993"/>
                  </a:ext>
                </a:extLst>
              </a:tr>
              <a:tr h="289011">
                <a:tc>
                  <a:txBody>
                    <a:bodyPr/>
                    <a:lstStyle/>
                    <a:p>
                      <a:pPr algn="r" fontAlgn="ctr"/>
                      <a:r>
                        <a:rPr lang="en-NZ" sz="1000" b="1">
                          <a:effectLst/>
                        </a:rPr>
                        <a:t>1</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Air India</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1/05/2019</a:t>
                      </a:r>
                    </a:p>
                  </a:txBody>
                  <a:tcPr marL="62444" marR="62444" marT="31222" marB="31222" anchor="ctr">
                    <a:lnL>
                      <a:noFill/>
                    </a:lnL>
                    <a:lnR>
                      <a:noFill/>
                    </a:lnR>
                    <a:lnT>
                      <a:noFill/>
                    </a:lnT>
                    <a:lnB>
                      <a:noFill/>
                    </a:lnB>
                    <a:solidFill>
                      <a:srgbClr val="FFFFFF"/>
                    </a:solidFill>
                  </a:tcPr>
                </a:tc>
                <a:tc>
                  <a:txBody>
                    <a:bodyPr/>
                    <a:lstStyle/>
                    <a:p>
                      <a:pPr algn="r" fontAlgn="ctr"/>
                      <a:r>
                        <a:rPr lang="en-NZ" sz="1000" dirty="0">
                          <a:effectLst/>
                        </a:rPr>
                        <a:t>Kolkata</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Banglore</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CCU → IXR → BBI → BLR</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05:50</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13:15</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7h 25m</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 stops</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No info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7662</a:t>
                      </a:r>
                    </a:p>
                  </a:txBody>
                  <a:tcPr marL="62444" marR="62444" marT="31222" marB="31222" anchor="ctr">
                    <a:lnL>
                      <a:noFill/>
                    </a:lnL>
                    <a:lnR>
                      <a:noFill/>
                    </a:lnR>
                    <a:lnT>
                      <a:noFill/>
                    </a:lnT>
                    <a:lnB>
                      <a:noFill/>
                    </a:lnB>
                    <a:solidFill>
                      <a:srgbClr val="FFFFFF"/>
                    </a:solidFill>
                  </a:tcPr>
                </a:tc>
                <a:extLst>
                  <a:ext uri="{0D108BD9-81ED-4DB2-BD59-A6C34878D82A}">
                    <a16:rowId xmlns:a16="http://schemas.microsoft.com/office/drawing/2014/main" val="2120930152"/>
                  </a:ext>
                </a:extLst>
              </a:tr>
              <a:tr h="289011">
                <a:tc>
                  <a:txBody>
                    <a:bodyPr/>
                    <a:lstStyle/>
                    <a:p>
                      <a:pPr algn="r" fontAlgn="ctr"/>
                      <a:r>
                        <a:rPr lang="en-NZ" sz="1000" b="1">
                          <a:effectLst/>
                        </a:rPr>
                        <a:t>2</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Jet Airways</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9/06/2019</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Delhi</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Cochin</a:t>
                      </a:r>
                    </a:p>
                  </a:txBody>
                  <a:tcPr marL="62444" marR="62444" marT="31222" marB="31222" anchor="ctr">
                    <a:lnL>
                      <a:noFill/>
                    </a:lnL>
                    <a:lnR>
                      <a:noFill/>
                    </a:lnR>
                    <a:lnT>
                      <a:noFill/>
                    </a:lnT>
                    <a:lnB>
                      <a:noFill/>
                    </a:lnB>
                    <a:solidFill>
                      <a:srgbClr val="FFFFFF"/>
                    </a:solidFill>
                  </a:tcPr>
                </a:tc>
                <a:tc>
                  <a:txBody>
                    <a:bodyPr/>
                    <a:lstStyle/>
                    <a:p>
                      <a:pPr algn="r" fontAlgn="ctr"/>
                      <a:r>
                        <a:rPr lang="en-NZ" sz="1000" dirty="0">
                          <a:effectLst/>
                        </a:rPr>
                        <a:t>DEL → LKO → BOM → COK</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09:25</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04:25 10 Jun</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19h</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 stops</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No info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13882</a:t>
                      </a:r>
                    </a:p>
                  </a:txBody>
                  <a:tcPr marL="62444" marR="62444" marT="31222" marB="31222" anchor="ctr">
                    <a:lnL>
                      <a:noFill/>
                    </a:lnL>
                    <a:lnR>
                      <a:noFill/>
                    </a:lnR>
                    <a:lnT>
                      <a:noFill/>
                    </a:lnT>
                    <a:lnB>
                      <a:noFill/>
                    </a:lnB>
                    <a:solidFill>
                      <a:srgbClr val="FFFFFF"/>
                    </a:solidFill>
                  </a:tcPr>
                </a:tc>
                <a:extLst>
                  <a:ext uri="{0D108BD9-81ED-4DB2-BD59-A6C34878D82A}">
                    <a16:rowId xmlns:a16="http://schemas.microsoft.com/office/drawing/2014/main" val="1194833623"/>
                  </a:ext>
                </a:extLst>
              </a:tr>
              <a:tr h="204009">
                <a:tc>
                  <a:txBody>
                    <a:bodyPr/>
                    <a:lstStyle/>
                    <a:p>
                      <a:pPr algn="r" fontAlgn="ctr"/>
                      <a:r>
                        <a:rPr lang="en-NZ" sz="1000" b="1">
                          <a:effectLst/>
                        </a:rPr>
                        <a:t>3</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IndiGo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12/05/2019</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Kolkata</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Banglore</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CCU → NAG → BLR</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18:05</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23:30</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5h 25m</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 stop</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No info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6218</a:t>
                      </a:r>
                    </a:p>
                  </a:txBody>
                  <a:tcPr marL="62444" marR="62444" marT="31222" marB="31222" anchor="ctr">
                    <a:lnL>
                      <a:noFill/>
                    </a:lnL>
                    <a:lnR>
                      <a:noFill/>
                    </a:lnR>
                    <a:lnT>
                      <a:noFill/>
                    </a:lnT>
                    <a:lnB>
                      <a:noFill/>
                    </a:lnB>
                    <a:solidFill>
                      <a:srgbClr val="FFFFFF"/>
                    </a:solidFill>
                  </a:tcPr>
                </a:tc>
                <a:extLst>
                  <a:ext uri="{0D108BD9-81ED-4DB2-BD59-A6C34878D82A}">
                    <a16:rowId xmlns:a16="http://schemas.microsoft.com/office/drawing/2014/main" val="3737360507"/>
                  </a:ext>
                </a:extLst>
              </a:tr>
              <a:tr h="204009">
                <a:tc>
                  <a:txBody>
                    <a:bodyPr/>
                    <a:lstStyle/>
                    <a:p>
                      <a:pPr algn="r" fontAlgn="ctr"/>
                      <a:r>
                        <a:rPr lang="en-NZ" sz="1000" b="1">
                          <a:effectLst/>
                        </a:rPr>
                        <a:t>4</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IndiGo</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01/03/2019</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Banglore</a:t>
                      </a:r>
                    </a:p>
                  </a:txBody>
                  <a:tcPr marL="62444" marR="62444" marT="31222" marB="31222" anchor="ctr">
                    <a:lnL>
                      <a:noFill/>
                    </a:lnL>
                    <a:lnR>
                      <a:noFill/>
                    </a:lnR>
                    <a:lnT>
                      <a:noFill/>
                    </a:lnT>
                    <a:lnB>
                      <a:noFill/>
                    </a:lnB>
                    <a:solidFill>
                      <a:srgbClr val="FFFFFF"/>
                    </a:solidFill>
                  </a:tcPr>
                </a:tc>
                <a:tc>
                  <a:txBody>
                    <a:bodyPr/>
                    <a:lstStyle/>
                    <a:p>
                      <a:pPr algn="r" fontAlgn="ctr"/>
                      <a:r>
                        <a:rPr lang="en-NZ" sz="1000" dirty="0">
                          <a:effectLst/>
                        </a:rPr>
                        <a:t>New Delhi</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BLR → NAG → DEL</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16:50</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21:35</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4h 45m</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1 stop</a:t>
                      </a:r>
                    </a:p>
                  </a:txBody>
                  <a:tcPr marL="62444" marR="62444" marT="31222" marB="31222" anchor="ctr">
                    <a:lnL>
                      <a:noFill/>
                    </a:lnL>
                    <a:lnR>
                      <a:noFill/>
                    </a:lnR>
                    <a:lnT>
                      <a:noFill/>
                    </a:lnT>
                    <a:lnB>
                      <a:noFill/>
                    </a:lnB>
                    <a:solidFill>
                      <a:srgbClr val="FFFFFF"/>
                    </a:solidFill>
                  </a:tcPr>
                </a:tc>
                <a:tc>
                  <a:txBody>
                    <a:bodyPr/>
                    <a:lstStyle/>
                    <a:p>
                      <a:pPr algn="r" fontAlgn="ctr"/>
                      <a:r>
                        <a:rPr lang="en-NZ" sz="1000">
                          <a:effectLst/>
                        </a:rPr>
                        <a:t>No info</a:t>
                      </a:r>
                    </a:p>
                  </a:txBody>
                  <a:tcPr marL="62444" marR="62444" marT="31222" marB="31222" anchor="ctr">
                    <a:lnL>
                      <a:noFill/>
                    </a:lnL>
                    <a:lnR>
                      <a:noFill/>
                    </a:lnR>
                    <a:lnT>
                      <a:noFill/>
                    </a:lnT>
                    <a:lnB>
                      <a:noFill/>
                    </a:lnB>
                    <a:solidFill>
                      <a:srgbClr val="FFFFFF"/>
                    </a:solidFill>
                  </a:tcPr>
                </a:tc>
                <a:tc>
                  <a:txBody>
                    <a:bodyPr/>
                    <a:lstStyle/>
                    <a:p>
                      <a:pPr algn="r" fontAlgn="ctr"/>
                      <a:r>
                        <a:rPr lang="en-NZ" sz="1000" dirty="0">
                          <a:effectLst/>
                        </a:rPr>
                        <a:t>13302</a:t>
                      </a:r>
                    </a:p>
                  </a:txBody>
                  <a:tcPr marL="62444" marR="62444" marT="31222" marB="31222" anchor="ctr">
                    <a:lnL>
                      <a:noFill/>
                    </a:lnL>
                    <a:lnR>
                      <a:noFill/>
                    </a:lnR>
                    <a:lnT>
                      <a:noFill/>
                    </a:lnT>
                    <a:lnB>
                      <a:noFill/>
                    </a:lnB>
                    <a:solidFill>
                      <a:srgbClr val="FFFFFF"/>
                    </a:solidFill>
                  </a:tcPr>
                </a:tc>
                <a:extLst>
                  <a:ext uri="{0D108BD9-81ED-4DB2-BD59-A6C34878D82A}">
                    <a16:rowId xmlns:a16="http://schemas.microsoft.com/office/drawing/2014/main" val="102391949"/>
                  </a:ext>
                </a:extLst>
              </a:tr>
            </a:tbl>
          </a:graphicData>
        </a:graphic>
      </p:graphicFrame>
    </p:spTree>
    <p:extLst>
      <p:ext uri="{BB962C8B-B14F-4D97-AF65-F5344CB8AC3E}">
        <p14:creationId xmlns:p14="http://schemas.microsoft.com/office/powerpoint/2010/main" val="13302647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Data Overview – After wrangling</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625922320"/>
              </p:ext>
            </p:extLst>
          </p:nvPr>
        </p:nvGraphicFramePr>
        <p:xfrm>
          <a:off x="461634" y="2778711"/>
          <a:ext cx="10981683" cy="1668645"/>
        </p:xfrm>
        <a:graphic>
          <a:graphicData uri="http://schemas.openxmlformats.org/drawingml/2006/table">
            <a:tbl>
              <a:tblPr/>
              <a:tblGrid>
                <a:gridCol w="736851">
                  <a:extLst>
                    <a:ext uri="{9D8B030D-6E8A-4147-A177-3AD203B41FA5}">
                      <a16:colId xmlns:a16="http://schemas.microsoft.com/office/drawing/2014/main" val="149584374"/>
                    </a:ext>
                  </a:extLst>
                </a:gridCol>
                <a:gridCol w="1109709">
                  <a:extLst>
                    <a:ext uri="{9D8B030D-6E8A-4147-A177-3AD203B41FA5}">
                      <a16:colId xmlns:a16="http://schemas.microsoft.com/office/drawing/2014/main" val="2689736920"/>
                    </a:ext>
                  </a:extLst>
                </a:gridCol>
                <a:gridCol w="825623">
                  <a:extLst>
                    <a:ext uri="{9D8B030D-6E8A-4147-A177-3AD203B41FA5}">
                      <a16:colId xmlns:a16="http://schemas.microsoft.com/office/drawing/2014/main" val="3434489507"/>
                    </a:ext>
                  </a:extLst>
                </a:gridCol>
                <a:gridCol w="870012">
                  <a:extLst>
                    <a:ext uri="{9D8B030D-6E8A-4147-A177-3AD203B41FA5}">
                      <a16:colId xmlns:a16="http://schemas.microsoft.com/office/drawing/2014/main" val="2636269394"/>
                    </a:ext>
                  </a:extLst>
                </a:gridCol>
                <a:gridCol w="816746">
                  <a:extLst>
                    <a:ext uri="{9D8B030D-6E8A-4147-A177-3AD203B41FA5}">
                      <a16:colId xmlns:a16="http://schemas.microsoft.com/office/drawing/2014/main" val="845747883"/>
                    </a:ext>
                  </a:extLst>
                </a:gridCol>
                <a:gridCol w="1615736">
                  <a:extLst>
                    <a:ext uri="{9D8B030D-6E8A-4147-A177-3AD203B41FA5}">
                      <a16:colId xmlns:a16="http://schemas.microsoft.com/office/drawing/2014/main" val="2288867471"/>
                    </a:ext>
                  </a:extLst>
                </a:gridCol>
                <a:gridCol w="878889">
                  <a:extLst>
                    <a:ext uri="{9D8B030D-6E8A-4147-A177-3AD203B41FA5}">
                      <a16:colId xmlns:a16="http://schemas.microsoft.com/office/drawing/2014/main" val="245920816"/>
                    </a:ext>
                  </a:extLst>
                </a:gridCol>
                <a:gridCol w="727970">
                  <a:extLst>
                    <a:ext uri="{9D8B030D-6E8A-4147-A177-3AD203B41FA5}">
                      <a16:colId xmlns:a16="http://schemas.microsoft.com/office/drawing/2014/main" val="1029138077"/>
                    </a:ext>
                  </a:extLst>
                </a:gridCol>
                <a:gridCol w="947692">
                  <a:extLst>
                    <a:ext uri="{9D8B030D-6E8A-4147-A177-3AD203B41FA5}">
                      <a16:colId xmlns:a16="http://schemas.microsoft.com/office/drawing/2014/main" val="2566705944"/>
                    </a:ext>
                  </a:extLst>
                </a:gridCol>
                <a:gridCol w="1174070">
                  <a:extLst>
                    <a:ext uri="{9D8B030D-6E8A-4147-A177-3AD203B41FA5}">
                      <a16:colId xmlns:a16="http://schemas.microsoft.com/office/drawing/2014/main" val="72431942"/>
                    </a:ext>
                  </a:extLst>
                </a:gridCol>
                <a:gridCol w="721314">
                  <a:extLst>
                    <a:ext uri="{9D8B030D-6E8A-4147-A177-3AD203B41FA5}">
                      <a16:colId xmlns:a16="http://schemas.microsoft.com/office/drawing/2014/main" val="2940392204"/>
                    </a:ext>
                  </a:extLst>
                </a:gridCol>
                <a:gridCol w="557071">
                  <a:extLst>
                    <a:ext uri="{9D8B030D-6E8A-4147-A177-3AD203B41FA5}">
                      <a16:colId xmlns:a16="http://schemas.microsoft.com/office/drawing/2014/main" val="1442234625"/>
                    </a:ext>
                  </a:extLst>
                </a:gridCol>
              </a:tblGrid>
              <a:tr h="334453">
                <a:tc>
                  <a:txBody>
                    <a:bodyPr/>
                    <a:lstStyle/>
                    <a:p>
                      <a:pPr algn="r" fontAlgn="ctr"/>
                      <a:br>
                        <a:rPr lang="en-NZ" sz="1000" b="1">
                          <a:effectLst/>
                        </a:rPr>
                      </a:br>
                      <a:r>
                        <a:rPr lang="en-NZ" sz="1000" b="1">
                          <a:effectLst/>
                        </a:rPr>
                        <a:t>Airline</a:t>
                      </a:r>
                    </a:p>
                  </a:txBody>
                  <a:tcPr anchor="ctr">
                    <a:lnL>
                      <a:noFill/>
                    </a:lnL>
                    <a:lnR>
                      <a:noFill/>
                    </a:lnR>
                    <a:lnT>
                      <a:noFill/>
                    </a:lnT>
                    <a:lnB>
                      <a:noFill/>
                    </a:lnB>
                  </a:tcPr>
                </a:tc>
                <a:tc>
                  <a:txBody>
                    <a:bodyPr/>
                    <a:lstStyle/>
                    <a:p>
                      <a:pPr algn="r" fontAlgn="ctr"/>
                      <a:r>
                        <a:rPr lang="en-NZ" sz="1000" b="1">
                          <a:effectLst/>
                        </a:rPr>
                        <a:t>Date_of_Journey</a:t>
                      </a:r>
                    </a:p>
                  </a:txBody>
                  <a:tcPr anchor="ctr">
                    <a:lnL>
                      <a:noFill/>
                    </a:lnL>
                    <a:lnR>
                      <a:noFill/>
                    </a:lnR>
                    <a:lnT>
                      <a:noFill/>
                    </a:lnT>
                    <a:lnB>
                      <a:noFill/>
                    </a:lnB>
                  </a:tcPr>
                </a:tc>
                <a:tc>
                  <a:txBody>
                    <a:bodyPr/>
                    <a:lstStyle/>
                    <a:p>
                      <a:pPr algn="r" fontAlgn="ctr"/>
                      <a:r>
                        <a:rPr lang="en-NZ" sz="1000" b="1">
                          <a:effectLst/>
                        </a:rPr>
                        <a:t>Source</a:t>
                      </a:r>
                    </a:p>
                  </a:txBody>
                  <a:tcPr anchor="ctr">
                    <a:lnL>
                      <a:noFill/>
                    </a:lnL>
                    <a:lnR>
                      <a:noFill/>
                    </a:lnR>
                    <a:lnT>
                      <a:noFill/>
                    </a:lnT>
                    <a:lnB>
                      <a:noFill/>
                    </a:lnB>
                  </a:tcPr>
                </a:tc>
                <a:tc>
                  <a:txBody>
                    <a:bodyPr/>
                    <a:lstStyle/>
                    <a:p>
                      <a:pPr algn="r" fontAlgn="ctr"/>
                      <a:r>
                        <a:rPr lang="en-NZ" sz="1000" b="1">
                          <a:effectLst/>
                        </a:rPr>
                        <a:t>Destination</a:t>
                      </a:r>
                    </a:p>
                  </a:txBody>
                  <a:tcPr anchor="ctr">
                    <a:lnL>
                      <a:noFill/>
                    </a:lnL>
                    <a:lnR>
                      <a:noFill/>
                    </a:lnR>
                    <a:lnT>
                      <a:noFill/>
                    </a:lnT>
                    <a:lnB>
                      <a:noFill/>
                    </a:lnB>
                  </a:tcPr>
                </a:tc>
                <a:tc>
                  <a:txBody>
                    <a:bodyPr/>
                    <a:lstStyle/>
                    <a:p>
                      <a:pPr algn="r" fontAlgn="ctr"/>
                      <a:r>
                        <a:rPr lang="en-NZ" sz="1000" b="1">
                          <a:effectLst/>
                        </a:rPr>
                        <a:t>Route</a:t>
                      </a:r>
                    </a:p>
                  </a:txBody>
                  <a:tcPr anchor="ctr">
                    <a:lnL>
                      <a:noFill/>
                    </a:lnL>
                    <a:lnR>
                      <a:noFill/>
                    </a:lnR>
                    <a:lnT>
                      <a:noFill/>
                    </a:lnT>
                    <a:lnB>
                      <a:noFill/>
                    </a:lnB>
                  </a:tcPr>
                </a:tc>
                <a:tc>
                  <a:txBody>
                    <a:bodyPr/>
                    <a:lstStyle/>
                    <a:p>
                      <a:pPr algn="r" fontAlgn="ctr"/>
                      <a:r>
                        <a:rPr lang="en-NZ" sz="1000" b="1">
                          <a:effectLst/>
                        </a:rPr>
                        <a:t>Dep_Time</a:t>
                      </a:r>
                    </a:p>
                  </a:txBody>
                  <a:tcPr anchor="ctr">
                    <a:lnL>
                      <a:noFill/>
                    </a:lnL>
                    <a:lnR>
                      <a:noFill/>
                    </a:lnR>
                    <a:lnT>
                      <a:noFill/>
                    </a:lnT>
                    <a:lnB>
                      <a:noFill/>
                    </a:lnB>
                  </a:tcPr>
                </a:tc>
                <a:tc>
                  <a:txBody>
                    <a:bodyPr/>
                    <a:lstStyle/>
                    <a:p>
                      <a:pPr algn="r" fontAlgn="ctr"/>
                      <a:r>
                        <a:rPr lang="en-NZ" sz="1000" b="1" dirty="0" err="1">
                          <a:effectLst/>
                        </a:rPr>
                        <a:t>Arrival_Time</a:t>
                      </a:r>
                      <a:endParaRPr lang="en-NZ" sz="1000" b="1" dirty="0">
                        <a:effectLst/>
                      </a:endParaRPr>
                    </a:p>
                  </a:txBody>
                  <a:tcPr anchor="ctr">
                    <a:lnL>
                      <a:noFill/>
                    </a:lnL>
                    <a:lnR>
                      <a:noFill/>
                    </a:lnR>
                    <a:lnT>
                      <a:noFill/>
                    </a:lnT>
                    <a:lnB>
                      <a:noFill/>
                    </a:lnB>
                  </a:tcPr>
                </a:tc>
                <a:tc>
                  <a:txBody>
                    <a:bodyPr/>
                    <a:lstStyle/>
                    <a:p>
                      <a:pPr algn="r" fontAlgn="ctr"/>
                      <a:r>
                        <a:rPr lang="en-NZ" sz="1000" b="1">
                          <a:effectLst/>
                        </a:rPr>
                        <a:t>Duration</a:t>
                      </a:r>
                    </a:p>
                  </a:txBody>
                  <a:tcPr anchor="ctr">
                    <a:lnL>
                      <a:noFill/>
                    </a:lnL>
                    <a:lnR>
                      <a:noFill/>
                    </a:lnR>
                    <a:lnT>
                      <a:noFill/>
                    </a:lnT>
                    <a:lnB>
                      <a:noFill/>
                    </a:lnB>
                  </a:tcPr>
                </a:tc>
                <a:tc>
                  <a:txBody>
                    <a:bodyPr/>
                    <a:lstStyle/>
                    <a:p>
                      <a:pPr algn="r" fontAlgn="ctr"/>
                      <a:r>
                        <a:rPr lang="en-NZ" sz="1000" b="1">
                          <a:effectLst/>
                        </a:rPr>
                        <a:t>Total_Stops</a:t>
                      </a:r>
                    </a:p>
                  </a:txBody>
                  <a:tcPr anchor="ctr">
                    <a:lnL>
                      <a:noFill/>
                    </a:lnL>
                    <a:lnR>
                      <a:noFill/>
                    </a:lnR>
                    <a:lnT>
                      <a:noFill/>
                    </a:lnT>
                    <a:lnB>
                      <a:noFill/>
                    </a:lnB>
                  </a:tcPr>
                </a:tc>
                <a:tc>
                  <a:txBody>
                    <a:bodyPr/>
                    <a:lstStyle/>
                    <a:p>
                      <a:pPr algn="r" fontAlgn="ctr"/>
                      <a:r>
                        <a:rPr lang="en-NZ" sz="1000" b="1">
                          <a:effectLst/>
                        </a:rPr>
                        <a:t>Additional_Info</a:t>
                      </a:r>
                    </a:p>
                  </a:txBody>
                  <a:tcPr anchor="ctr">
                    <a:lnL>
                      <a:noFill/>
                    </a:lnL>
                    <a:lnR>
                      <a:noFill/>
                    </a:lnR>
                    <a:lnT>
                      <a:noFill/>
                    </a:lnT>
                    <a:lnB>
                      <a:noFill/>
                    </a:lnB>
                  </a:tcPr>
                </a:tc>
                <a:tc>
                  <a:txBody>
                    <a:bodyPr/>
                    <a:lstStyle/>
                    <a:p>
                      <a:pPr algn="r" fontAlgn="ctr"/>
                      <a:r>
                        <a:rPr lang="en-NZ" sz="1000" b="1">
                          <a:effectLst/>
                        </a:rPr>
                        <a:t>Price</a:t>
                      </a: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254481">
                <a:tc>
                  <a:txBody>
                    <a:bodyPr/>
                    <a:lstStyle/>
                    <a:p>
                      <a:pPr algn="r" fontAlgn="ctr"/>
                      <a:r>
                        <a:rPr lang="en-NZ" sz="1000" b="1">
                          <a:effectLst/>
                        </a:rPr>
                        <a:t>0</a:t>
                      </a:r>
                    </a:p>
                  </a:txBody>
                  <a:tcPr anchor="ctr">
                    <a:lnL>
                      <a:noFill/>
                    </a:lnL>
                    <a:lnR>
                      <a:noFill/>
                    </a:lnR>
                    <a:lnT>
                      <a:noFill/>
                    </a:lnT>
                    <a:lnB>
                      <a:noFill/>
                    </a:lnB>
                  </a:tcPr>
                </a:tc>
                <a:tc>
                  <a:txBody>
                    <a:bodyPr/>
                    <a:lstStyle/>
                    <a:p>
                      <a:pPr algn="r" fontAlgn="ctr"/>
                      <a:r>
                        <a:rPr lang="en-NZ" sz="1000">
                          <a:effectLst/>
                        </a:rPr>
                        <a:t>IndiGo</a:t>
                      </a:r>
                    </a:p>
                  </a:txBody>
                  <a:tcPr anchor="ctr">
                    <a:lnL>
                      <a:noFill/>
                    </a:lnL>
                    <a:lnR>
                      <a:noFill/>
                    </a:lnR>
                    <a:lnT>
                      <a:noFill/>
                    </a:lnT>
                    <a:lnB>
                      <a:noFill/>
                    </a:lnB>
                  </a:tcPr>
                </a:tc>
                <a:tc>
                  <a:txBody>
                    <a:bodyPr/>
                    <a:lstStyle/>
                    <a:p>
                      <a:pPr algn="r" fontAlgn="ctr"/>
                      <a:r>
                        <a:rPr lang="en-NZ" sz="1000">
                          <a:effectLst/>
                        </a:rPr>
                        <a:t>2019-03-24</a:t>
                      </a:r>
                    </a:p>
                  </a:txBody>
                  <a:tcPr anchor="ctr">
                    <a:lnL>
                      <a:noFill/>
                    </a:lnL>
                    <a:lnR>
                      <a:noFill/>
                    </a:lnR>
                    <a:lnT>
                      <a:noFill/>
                    </a:lnT>
                    <a:lnB>
                      <a:noFill/>
                    </a:lnB>
                  </a:tcPr>
                </a:tc>
                <a:tc>
                  <a:txBody>
                    <a:bodyPr/>
                    <a:lstStyle/>
                    <a:p>
                      <a:pPr algn="r" fontAlgn="ctr"/>
                      <a:r>
                        <a:rPr lang="en-NZ" sz="1000">
                          <a:effectLst/>
                        </a:rPr>
                        <a:t>Banglore</a:t>
                      </a:r>
                    </a:p>
                  </a:txBody>
                  <a:tcPr anchor="ctr">
                    <a:lnL>
                      <a:noFill/>
                    </a:lnL>
                    <a:lnR>
                      <a:noFill/>
                    </a:lnR>
                    <a:lnT>
                      <a:noFill/>
                    </a:lnT>
                    <a:lnB>
                      <a:noFill/>
                    </a:lnB>
                  </a:tcPr>
                </a:tc>
                <a:tc>
                  <a:txBody>
                    <a:bodyPr/>
                    <a:lstStyle/>
                    <a:p>
                      <a:pPr algn="r" fontAlgn="ctr"/>
                      <a:r>
                        <a:rPr lang="en-NZ" sz="1000">
                          <a:effectLst/>
                        </a:rPr>
                        <a:t>New Delhi</a:t>
                      </a:r>
                    </a:p>
                  </a:txBody>
                  <a:tcPr anchor="ctr">
                    <a:lnL>
                      <a:noFill/>
                    </a:lnL>
                    <a:lnR>
                      <a:noFill/>
                    </a:lnR>
                    <a:lnT>
                      <a:noFill/>
                    </a:lnT>
                    <a:lnB>
                      <a:noFill/>
                    </a:lnB>
                  </a:tcPr>
                </a:tc>
                <a:tc>
                  <a:txBody>
                    <a:bodyPr/>
                    <a:lstStyle/>
                    <a:p>
                      <a:pPr algn="r" fontAlgn="ctr"/>
                      <a:r>
                        <a:rPr lang="en-NZ" sz="1000">
                          <a:effectLst/>
                        </a:rPr>
                        <a:t>BLR → DEL</a:t>
                      </a:r>
                    </a:p>
                  </a:txBody>
                  <a:tcPr anchor="ctr">
                    <a:lnL>
                      <a:noFill/>
                    </a:lnL>
                    <a:lnR>
                      <a:noFill/>
                    </a:lnR>
                    <a:lnT>
                      <a:noFill/>
                    </a:lnT>
                    <a:lnB>
                      <a:noFill/>
                    </a:lnB>
                  </a:tcPr>
                </a:tc>
                <a:tc>
                  <a:txBody>
                    <a:bodyPr/>
                    <a:lstStyle/>
                    <a:p>
                      <a:pPr algn="r" fontAlgn="ctr"/>
                      <a:r>
                        <a:rPr lang="en-NZ" sz="1000">
                          <a:effectLst/>
                        </a:rPr>
                        <a:t>22</a:t>
                      </a:r>
                    </a:p>
                  </a:txBody>
                  <a:tcPr anchor="ctr">
                    <a:lnL>
                      <a:noFill/>
                    </a:lnL>
                    <a:lnR>
                      <a:noFill/>
                    </a:lnR>
                    <a:lnT>
                      <a:noFill/>
                    </a:lnT>
                    <a:lnB>
                      <a:noFill/>
                    </a:lnB>
                  </a:tcPr>
                </a:tc>
                <a:tc>
                  <a:txBody>
                    <a:bodyPr/>
                    <a:lstStyle/>
                    <a:p>
                      <a:pPr algn="r" fontAlgn="ctr"/>
                      <a:r>
                        <a:rPr lang="en-NZ" sz="1000">
                          <a:effectLst/>
                        </a:rPr>
                        <a:t>1</a:t>
                      </a:r>
                    </a:p>
                  </a:txBody>
                  <a:tcPr anchor="ctr">
                    <a:lnL>
                      <a:noFill/>
                    </a:lnL>
                    <a:lnR>
                      <a:noFill/>
                    </a:lnR>
                    <a:lnT>
                      <a:noFill/>
                    </a:lnT>
                    <a:lnB>
                      <a:noFill/>
                    </a:lnB>
                  </a:tcPr>
                </a:tc>
                <a:tc>
                  <a:txBody>
                    <a:bodyPr/>
                    <a:lstStyle/>
                    <a:p>
                      <a:pPr algn="r" fontAlgn="ctr"/>
                      <a:r>
                        <a:rPr lang="en-NZ" sz="1000">
                          <a:effectLst/>
                        </a:rPr>
                        <a:t>2</a:t>
                      </a:r>
                    </a:p>
                  </a:txBody>
                  <a:tcPr anchor="ctr">
                    <a:lnL>
                      <a:noFill/>
                    </a:lnL>
                    <a:lnR>
                      <a:noFill/>
                    </a:lnR>
                    <a:lnT>
                      <a:noFill/>
                    </a:lnT>
                    <a:lnB>
                      <a:noFill/>
                    </a:lnB>
                  </a:tcPr>
                </a:tc>
                <a:tc>
                  <a:txBody>
                    <a:bodyPr/>
                    <a:lstStyle/>
                    <a:p>
                      <a:pPr algn="r" fontAlgn="ctr"/>
                      <a:r>
                        <a:rPr lang="en-NZ" sz="1000">
                          <a:effectLst/>
                        </a:rPr>
                        <a:t>0</a:t>
                      </a:r>
                    </a:p>
                  </a:txBody>
                  <a:tcPr anchor="ctr">
                    <a:lnL>
                      <a:noFill/>
                    </a:lnL>
                    <a:lnR>
                      <a:noFill/>
                    </a:lnR>
                    <a:lnT>
                      <a:noFill/>
                    </a:lnT>
                    <a:lnB>
                      <a:noFill/>
                    </a:lnB>
                  </a:tcPr>
                </a:tc>
                <a:tc>
                  <a:txBody>
                    <a:bodyPr/>
                    <a:lstStyle/>
                    <a:p>
                      <a:pPr algn="r" fontAlgn="ctr"/>
                      <a:r>
                        <a:rPr lang="en-NZ" sz="1000">
                          <a:effectLst/>
                        </a:rPr>
                        <a:t>No info</a:t>
                      </a:r>
                    </a:p>
                  </a:txBody>
                  <a:tcPr anchor="ctr">
                    <a:lnL>
                      <a:noFill/>
                    </a:lnL>
                    <a:lnR>
                      <a:noFill/>
                    </a:lnR>
                    <a:lnT>
                      <a:noFill/>
                    </a:lnT>
                    <a:lnB>
                      <a:noFill/>
                    </a:lnB>
                  </a:tcPr>
                </a:tc>
                <a:tc>
                  <a:txBody>
                    <a:bodyPr/>
                    <a:lstStyle/>
                    <a:p>
                      <a:pPr algn="r" fontAlgn="ctr"/>
                      <a:r>
                        <a:rPr lang="en-NZ" sz="1000">
                          <a:effectLst/>
                        </a:rPr>
                        <a:t>3897</a:t>
                      </a:r>
                    </a:p>
                  </a:txBody>
                  <a:tcPr anchor="ctr">
                    <a:lnL>
                      <a:noFill/>
                    </a:lnL>
                    <a:lnR>
                      <a:noFill/>
                    </a:lnR>
                    <a:lnB>
                      <a:noFill/>
                    </a:lnB>
                  </a:tcPr>
                </a:tc>
                <a:extLst>
                  <a:ext uri="{0D108BD9-81ED-4DB2-BD59-A6C34878D82A}">
                    <a16:rowId xmlns:a16="http://schemas.microsoft.com/office/drawing/2014/main" val="140977620"/>
                  </a:ext>
                </a:extLst>
              </a:tr>
              <a:tr h="254481">
                <a:tc>
                  <a:txBody>
                    <a:bodyPr/>
                    <a:lstStyle/>
                    <a:p>
                      <a:pPr algn="r" fontAlgn="ctr"/>
                      <a:r>
                        <a:rPr lang="en-NZ" sz="1000" b="1">
                          <a:effectLst/>
                        </a:rPr>
                        <a:t>1</a:t>
                      </a:r>
                    </a:p>
                  </a:txBody>
                  <a:tcPr anchor="ctr">
                    <a:lnL>
                      <a:noFill/>
                    </a:lnL>
                    <a:lnR>
                      <a:noFill/>
                    </a:lnR>
                    <a:lnT>
                      <a:noFill/>
                    </a:lnT>
                    <a:lnB>
                      <a:noFill/>
                    </a:lnB>
                  </a:tcPr>
                </a:tc>
                <a:tc>
                  <a:txBody>
                    <a:bodyPr/>
                    <a:lstStyle/>
                    <a:p>
                      <a:pPr algn="r" fontAlgn="ctr"/>
                      <a:r>
                        <a:rPr lang="en-NZ" sz="1000">
                          <a:effectLst/>
                        </a:rPr>
                        <a:t>Air India</a:t>
                      </a:r>
                    </a:p>
                  </a:txBody>
                  <a:tcPr anchor="ctr">
                    <a:lnL>
                      <a:noFill/>
                    </a:lnL>
                    <a:lnR>
                      <a:noFill/>
                    </a:lnR>
                    <a:lnT>
                      <a:noFill/>
                    </a:lnT>
                    <a:lnB>
                      <a:noFill/>
                    </a:lnB>
                  </a:tcPr>
                </a:tc>
                <a:tc>
                  <a:txBody>
                    <a:bodyPr/>
                    <a:lstStyle/>
                    <a:p>
                      <a:pPr algn="r" fontAlgn="ctr"/>
                      <a:r>
                        <a:rPr lang="en-NZ" sz="1000">
                          <a:effectLst/>
                        </a:rPr>
                        <a:t>2019-05-01</a:t>
                      </a:r>
                    </a:p>
                  </a:txBody>
                  <a:tcPr anchor="ctr">
                    <a:lnL>
                      <a:noFill/>
                    </a:lnL>
                    <a:lnR>
                      <a:noFill/>
                    </a:lnR>
                    <a:lnT>
                      <a:noFill/>
                    </a:lnT>
                    <a:lnB>
                      <a:noFill/>
                    </a:lnB>
                  </a:tcPr>
                </a:tc>
                <a:tc>
                  <a:txBody>
                    <a:bodyPr/>
                    <a:lstStyle/>
                    <a:p>
                      <a:pPr algn="r" fontAlgn="ctr"/>
                      <a:r>
                        <a:rPr lang="en-NZ" sz="1000">
                          <a:effectLst/>
                        </a:rPr>
                        <a:t>Kolkata</a:t>
                      </a:r>
                    </a:p>
                  </a:txBody>
                  <a:tcPr anchor="ctr">
                    <a:lnL>
                      <a:noFill/>
                    </a:lnL>
                    <a:lnR>
                      <a:noFill/>
                    </a:lnR>
                    <a:lnT>
                      <a:noFill/>
                    </a:lnT>
                    <a:lnB>
                      <a:noFill/>
                    </a:lnB>
                  </a:tcPr>
                </a:tc>
                <a:tc>
                  <a:txBody>
                    <a:bodyPr/>
                    <a:lstStyle/>
                    <a:p>
                      <a:pPr algn="r" fontAlgn="ctr"/>
                      <a:r>
                        <a:rPr lang="en-NZ" sz="1000">
                          <a:effectLst/>
                        </a:rPr>
                        <a:t>Banglore</a:t>
                      </a:r>
                    </a:p>
                  </a:txBody>
                  <a:tcPr anchor="ctr">
                    <a:lnL>
                      <a:noFill/>
                    </a:lnL>
                    <a:lnR>
                      <a:noFill/>
                    </a:lnR>
                    <a:lnT>
                      <a:noFill/>
                    </a:lnT>
                    <a:lnB>
                      <a:noFill/>
                    </a:lnB>
                  </a:tcPr>
                </a:tc>
                <a:tc>
                  <a:txBody>
                    <a:bodyPr/>
                    <a:lstStyle/>
                    <a:p>
                      <a:pPr algn="r" fontAlgn="ctr"/>
                      <a:r>
                        <a:rPr lang="en-NZ" sz="1000" dirty="0">
                          <a:effectLst/>
                        </a:rPr>
                        <a:t>CCU → IXR → BBI → BLR</a:t>
                      </a:r>
                    </a:p>
                  </a:txBody>
                  <a:tcPr anchor="ctr">
                    <a:lnL>
                      <a:noFill/>
                    </a:lnL>
                    <a:lnR>
                      <a:noFill/>
                    </a:lnR>
                    <a:lnT>
                      <a:noFill/>
                    </a:lnT>
                    <a:lnB>
                      <a:noFill/>
                    </a:lnB>
                  </a:tcPr>
                </a:tc>
                <a:tc>
                  <a:txBody>
                    <a:bodyPr/>
                    <a:lstStyle/>
                    <a:p>
                      <a:pPr algn="r" fontAlgn="ctr"/>
                      <a:r>
                        <a:rPr lang="en-NZ" sz="1000">
                          <a:effectLst/>
                        </a:rPr>
                        <a:t>5</a:t>
                      </a:r>
                    </a:p>
                  </a:txBody>
                  <a:tcPr anchor="ctr">
                    <a:lnL>
                      <a:noFill/>
                    </a:lnL>
                    <a:lnR>
                      <a:noFill/>
                    </a:lnR>
                    <a:lnT>
                      <a:noFill/>
                    </a:lnT>
                    <a:lnB>
                      <a:noFill/>
                    </a:lnB>
                  </a:tcPr>
                </a:tc>
                <a:tc>
                  <a:txBody>
                    <a:bodyPr/>
                    <a:lstStyle/>
                    <a:p>
                      <a:pPr algn="r" fontAlgn="ctr"/>
                      <a:r>
                        <a:rPr lang="en-NZ" sz="1000">
                          <a:effectLst/>
                        </a:rPr>
                        <a:t>13</a:t>
                      </a:r>
                    </a:p>
                  </a:txBody>
                  <a:tcPr anchor="ctr">
                    <a:lnL>
                      <a:noFill/>
                    </a:lnL>
                    <a:lnR>
                      <a:noFill/>
                    </a:lnR>
                    <a:lnT>
                      <a:noFill/>
                    </a:lnT>
                    <a:lnB>
                      <a:noFill/>
                    </a:lnB>
                  </a:tcPr>
                </a:tc>
                <a:tc>
                  <a:txBody>
                    <a:bodyPr/>
                    <a:lstStyle/>
                    <a:p>
                      <a:pPr algn="r" fontAlgn="ctr"/>
                      <a:r>
                        <a:rPr lang="en-NZ" sz="1000">
                          <a:effectLst/>
                        </a:rPr>
                        <a:t>7</a:t>
                      </a:r>
                    </a:p>
                  </a:txBody>
                  <a:tcPr anchor="ctr">
                    <a:lnL>
                      <a:noFill/>
                    </a:lnL>
                    <a:lnR>
                      <a:noFill/>
                    </a:lnR>
                    <a:lnT>
                      <a:noFill/>
                    </a:lnT>
                    <a:lnB>
                      <a:noFill/>
                    </a:lnB>
                  </a:tcPr>
                </a:tc>
                <a:tc>
                  <a:txBody>
                    <a:bodyPr/>
                    <a:lstStyle/>
                    <a:p>
                      <a:pPr algn="r" fontAlgn="ctr"/>
                      <a:r>
                        <a:rPr lang="en-NZ" sz="1000">
                          <a:effectLst/>
                        </a:rPr>
                        <a:t>2</a:t>
                      </a:r>
                    </a:p>
                  </a:txBody>
                  <a:tcPr anchor="ctr">
                    <a:lnL>
                      <a:noFill/>
                    </a:lnL>
                    <a:lnR>
                      <a:noFill/>
                    </a:lnR>
                    <a:lnT>
                      <a:noFill/>
                    </a:lnT>
                    <a:lnB>
                      <a:noFill/>
                    </a:lnB>
                  </a:tcPr>
                </a:tc>
                <a:tc>
                  <a:txBody>
                    <a:bodyPr/>
                    <a:lstStyle/>
                    <a:p>
                      <a:pPr algn="r" fontAlgn="ctr"/>
                      <a:r>
                        <a:rPr lang="en-NZ" sz="1000">
                          <a:effectLst/>
                        </a:rPr>
                        <a:t>No info</a:t>
                      </a:r>
                    </a:p>
                  </a:txBody>
                  <a:tcPr anchor="ctr">
                    <a:lnL>
                      <a:noFill/>
                    </a:lnL>
                    <a:lnR>
                      <a:noFill/>
                    </a:lnR>
                    <a:lnT>
                      <a:noFill/>
                    </a:lnT>
                    <a:lnB>
                      <a:noFill/>
                    </a:lnB>
                  </a:tcPr>
                </a:tc>
                <a:tc>
                  <a:txBody>
                    <a:bodyPr/>
                    <a:lstStyle/>
                    <a:p>
                      <a:pPr algn="r" fontAlgn="ctr"/>
                      <a:r>
                        <a:rPr lang="en-NZ" sz="1000">
                          <a:effectLst/>
                        </a:rPr>
                        <a:t>7662</a:t>
                      </a:r>
                    </a:p>
                  </a:txBody>
                  <a:tcPr anchor="ctr">
                    <a:lnL>
                      <a:noFill/>
                    </a:lnL>
                    <a:lnR>
                      <a:noFill/>
                    </a:lnR>
                    <a:lnT>
                      <a:noFill/>
                    </a:lnT>
                    <a:lnB>
                      <a:noFill/>
                    </a:lnB>
                  </a:tcPr>
                </a:tc>
                <a:extLst>
                  <a:ext uri="{0D108BD9-81ED-4DB2-BD59-A6C34878D82A}">
                    <a16:rowId xmlns:a16="http://schemas.microsoft.com/office/drawing/2014/main" val="1374445569"/>
                  </a:ext>
                </a:extLst>
              </a:tr>
              <a:tr h="254481">
                <a:tc>
                  <a:txBody>
                    <a:bodyPr/>
                    <a:lstStyle/>
                    <a:p>
                      <a:pPr algn="r" fontAlgn="ctr"/>
                      <a:r>
                        <a:rPr lang="en-NZ" sz="1000" b="1">
                          <a:effectLst/>
                        </a:rPr>
                        <a:t>2</a:t>
                      </a:r>
                    </a:p>
                  </a:txBody>
                  <a:tcPr anchor="ctr">
                    <a:lnL>
                      <a:noFill/>
                    </a:lnL>
                    <a:lnR>
                      <a:noFill/>
                    </a:lnR>
                    <a:lnT>
                      <a:noFill/>
                    </a:lnT>
                    <a:lnB>
                      <a:noFill/>
                    </a:lnB>
                  </a:tcPr>
                </a:tc>
                <a:tc>
                  <a:txBody>
                    <a:bodyPr/>
                    <a:lstStyle/>
                    <a:p>
                      <a:pPr algn="r" fontAlgn="ctr"/>
                      <a:r>
                        <a:rPr lang="en-NZ" sz="1000">
                          <a:effectLst/>
                        </a:rPr>
                        <a:t>Jet Airways</a:t>
                      </a:r>
                    </a:p>
                  </a:txBody>
                  <a:tcPr anchor="ctr">
                    <a:lnL>
                      <a:noFill/>
                    </a:lnL>
                    <a:lnR>
                      <a:noFill/>
                    </a:lnR>
                    <a:lnT>
                      <a:noFill/>
                    </a:lnT>
                    <a:lnB>
                      <a:noFill/>
                    </a:lnB>
                  </a:tcPr>
                </a:tc>
                <a:tc>
                  <a:txBody>
                    <a:bodyPr/>
                    <a:lstStyle/>
                    <a:p>
                      <a:pPr algn="r" fontAlgn="ctr"/>
                      <a:r>
                        <a:rPr lang="en-NZ" sz="1000">
                          <a:effectLst/>
                        </a:rPr>
                        <a:t>2019-06-09</a:t>
                      </a:r>
                    </a:p>
                  </a:txBody>
                  <a:tcPr anchor="ctr">
                    <a:lnL>
                      <a:noFill/>
                    </a:lnL>
                    <a:lnR>
                      <a:noFill/>
                    </a:lnR>
                    <a:lnT>
                      <a:noFill/>
                    </a:lnT>
                    <a:lnB>
                      <a:noFill/>
                    </a:lnB>
                  </a:tcPr>
                </a:tc>
                <a:tc>
                  <a:txBody>
                    <a:bodyPr/>
                    <a:lstStyle/>
                    <a:p>
                      <a:pPr algn="r" fontAlgn="ctr"/>
                      <a:r>
                        <a:rPr lang="en-NZ" sz="1000">
                          <a:effectLst/>
                        </a:rPr>
                        <a:t>Delhi</a:t>
                      </a:r>
                    </a:p>
                  </a:txBody>
                  <a:tcPr anchor="ctr">
                    <a:lnL>
                      <a:noFill/>
                    </a:lnL>
                    <a:lnR>
                      <a:noFill/>
                    </a:lnR>
                    <a:lnT>
                      <a:noFill/>
                    </a:lnT>
                    <a:lnB>
                      <a:noFill/>
                    </a:lnB>
                  </a:tcPr>
                </a:tc>
                <a:tc>
                  <a:txBody>
                    <a:bodyPr/>
                    <a:lstStyle/>
                    <a:p>
                      <a:pPr algn="r" fontAlgn="ctr"/>
                      <a:r>
                        <a:rPr lang="en-NZ" sz="1000">
                          <a:effectLst/>
                        </a:rPr>
                        <a:t>Cochin</a:t>
                      </a:r>
                    </a:p>
                  </a:txBody>
                  <a:tcPr anchor="ctr">
                    <a:lnL>
                      <a:noFill/>
                    </a:lnL>
                    <a:lnR>
                      <a:noFill/>
                    </a:lnR>
                    <a:lnT>
                      <a:noFill/>
                    </a:lnT>
                    <a:lnB>
                      <a:noFill/>
                    </a:lnB>
                  </a:tcPr>
                </a:tc>
                <a:tc>
                  <a:txBody>
                    <a:bodyPr/>
                    <a:lstStyle/>
                    <a:p>
                      <a:pPr algn="r" fontAlgn="ctr"/>
                      <a:r>
                        <a:rPr lang="en-NZ" sz="1000" dirty="0">
                          <a:effectLst/>
                        </a:rPr>
                        <a:t>DEL → LKO → BOM → COK</a:t>
                      </a:r>
                    </a:p>
                  </a:txBody>
                  <a:tcPr anchor="ctr">
                    <a:lnL>
                      <a:noFill/>
                    </a:lnL>
                    <a:lnR>
                      <a:noFill/>
                    </a:lnR>
                    <a:lnT>
                      <a:noFill/>
                    </a:lnT>
                    <a:lnB>
                      <a:noFill/>
                    </a:lnB>
                  </a:tcPr>
                </a:tc>
                <a:tc>
                  <a:txBody>
                    <a:bodyPr/>
                    <a:lstStyle/>
                    <a:p>
                      <a:pPr algn="r" fontAlgn="ctr"/>
                      <a:r>
                        <a:rPr lang="en-NZ" sz="1000">
                          <a:effectLst/>
                        </a:rPr>
                        <a:t>9</a:t>
                      </a:r>
                    </a:p>
                  </a:txBody>
                  <a:tcPr anchor="ctr">
                    <a:lnL>
                      <a:noFill/>
                    </a:lnL>
                    <a:lnR>
                      <a:noFill/>
                    </a:lnR>
                    <a:lnT>
                      <a:noFill/>
                    </a:lnT>
                    <a:lnB>
                      <a:noFill/>
                    </a:lnB>
                  </a:tcPr>
                </a:tc>
                <a:tc>
                  <a:txBody>
                    <a:bodyPr/>
                    <a:lstStyle/>
                    <a:p>
                      <a:pPr algn="r" fontAlgn="ctr"/>
                      <a:r>
                        <a:rPr lang="en-NZ" sz="1000">
                          <a:effectLst/>
                        </a:rPr>
                        <a:t>4</a:t>
                      </a:r>
                    </a:p>
                  </a:txBody>
                  <a:tcPr anchor="ctr">
                    <a:lnL>
                      <a:noFill/>
                    </a:lnL>
                    <a:lnR>
                      <a:noFill/>
                    </a:lnR>
                    <a:lnT>
                      <a:noFill/>
                    </a:lnT>
                    <a:lnB>
                      <a:noFill/>
                    </a:lnB>
                  </a:tcPr>
                </a:tc>
                <a:tc>
                  <a:txBody>
                    <a:bodyPr/>
                    <a:lstStyle/>
                    <a:p>
                      <a:pPr algn="r" fontAlgn="ctr"/>
                      <a:r>
                        <a:rPr lang="en-NZ" sz="1000">
                          <a:effectLst/>
                        </a:rPr>
                        <a:t>19</a:t>
                      </a:r>
                    </a:p>
                  </a:txBody>
                  <a:tcPr anchor="ctr">
                    <a:lnL>
                      <a:noFill/>
                    </a:lnL>
                    <a:lnR>
                      <a:noFill/>
                    </a:lnR>
                    <a:lnT>
                      <a:noFill/>
                    </a:lnT>
                    <a:lnB>
                      <a:noFill/>
                    </a:lnB>
                  </a:tcPr>
                </a:tc>
                <a:tc>
                  <a:txBody>
                    <a:bodyPr/>
                    <a:lstStyle/>
                    <a:p>
                      <a:pPr algn="r" fontAlgn="ctr"/>
                      <a:r>
                        <a:rPr lang="en-NZ" sz="1000">
                          <a:effectLst/>
                        </a:rPr>
                        <a:t>2</a:t>
                      </a:r>
                    </a:p>
                  </a:txBody>
                  <a:tcPr anchor="ctr">
                    <a:lnL>
                      <a:noFill/>
                    </a:lnL>
                    <a:lnR>
                      <a:noFill/>
                    </a:lnR>
                    <a:lnT>
                      <a:noFill/>
                    </a:lnT>
                    <a:lnB>
                      <a:noFill/>
                    </a:lnB>
                  </a:tcPr>
                </a:tc>
                <a:tc>
                  <a:txBody>
                    <a:bodyPr/>
                    <a:lstStyle/>
                    <a:p>
                      <a:pPr algn="r" fontAlgn="ctr"/>
                      <a:r>
                        <a:rPr lang="en-NZ" sz="1000">
                          <a:effectLst/>
                        </a:rPr>
                        <a:t>No info</a:t>
                      </a:r>
                    </a:p>
                  </a:txBody>
                  <a:tcPr anchor="ctr">
                    <a:lnL>
                      <a:noFill/>
                    </a:lnL>
                    <a:lnR>
                      <a:noFill/>
                    </a:lnR>
                    <a:lnT>
                      <a:noFill/>
                    </a:lnT>
                    <a:lnB>
                      <a:noFill/>
                    </a:lnB>
                  </a:tcPr>
                </a:tc>
                <a:tc>
                  <a:txBody>
                    <a:bodyPr/>
                    <a:lstStyle/>
                    <a:p>
                      <a:pPr algn="r" fontAlgn="ctr"/>
                      <a:r>
                        <a:rPr lang="en-NZ" sz="1000">
                          <a:effectLst/>
                        </a:rPr>
                        <a:t>13882</a:t>
                      </a:r>
                    </a:p>
                  </a:txBody>
                  <a:tcPr anchor="ctr">
                    <a:lnL>
                      <a:noFill/>
                    </a:lnL>
                    <a:lnR>
                      <a:noFill/>
                    </a:lnR>
                    <a:lnT>
                      <a:noFill/>
                    </a:lnT>
                    <a:lnB>
                      <a:noFill/>
                    </a:lnB>
                  </a:tcPr>
                </a:tc>
                <a:extLst>
                  <a:ext uri="{0D108BD9-81ED-4DB2-BD59-A6C34878D82A}">
                    <a16:rowId xmlns:a16="http://schemas.microsoft.com/office/drawing/2014/main" val="805676206"/>
                  </a:ext>
                </a:extLst>
              </a:tr>
              <a:tr h="254481">
                <a:tc>
                  <a:txBody>
                    <a:bodyPr/>
                    <a:lstStyle/>
                    <a:p>
                      <a:pPr algn="r" fontAlgn="ctr"/>
                      <a:r>
                        <a:rPr lang="en-NZ" sz="1000" b="1">
                          <a:effectLst/>
                        </a:rPr>
                        <a:t>3</a:t>
                      </a:r>
                    </a:p>
                  </a:txBody>
                  <a:tcPr anchor="ctr">
                    <a:lnL>
                      <a:noFill/>
                    </a:lnL>
                    <a:lnR>
                      <a:noFill/>
                    </a:lnR>
                    <a:lnT>
                      <a:noFill/>
                    </a:lnT>
                    <a:lnB>
                      <a:noFill/>
                    </a:lnB>
                  </a:tcPr>
                </a:tc>
                <a:tc>
                  <a:txBody>
                    <a:bodyPr/>
                    <a:lstStyle/>
                    <a:p>
                      <a:pPr algn="r" fontAlgn="ctr"/>
                      <a:r>
                        <a:rPr lang="en-NZ" sz="1000">
                          <a:effectLst/>
                        </a:rPr>
                        <a:t>IndiGo</a:t>
                      </a:r>
                    </a:p>
                  </a:txBody>
                  <a:tcPr anchor="ctr">
                    <a:lnL>
                      <a:noFill/>
                    </a:lnL>
                    <a:lnR>
                      <a:noFill/>
                    </a:lnR>
                    <a:lnT>
                      <a:noFill/>
                    </a:lnT>
                    <a:lnB>
                      <a:noFill/>
                    </a:lnB>
                  </a:tcPr>
                </a:tc>
                <a:tc>
                  <a:txBody>
                    <a:bodyPr/>
                    <a:lstStyle/>
                    <a:p>
                      <a:pPr algn="r" fontAlgn="ctr"/>
                      <a:r>
                        <a:rPr lang="en-NZ" sz="1000">
                          <a:effectLst/>
                        </a:rPr>
                        <a:t>2019-05-12</a:t>
                      </a:r>
                    </a:p>
                  </a:txBody>
                  <a:tcPr anchor="ctr">
                    <a:lnL>
                      <a:noFill/>
                    </a:lnL>
                    <a:lnR>
                      <a:noFill/>
                    </a:lnR>
                    <a:lnT>
                      <a:noFill/>
                    </a:lnT>
                    <a:lnB>
                      <a:noFill/>
                    </a:lnB>
                  </a:tcPr>
                </a:tc>
                <a:tc>
                  <a:txBody>
                    <a:bodyPr/>
                    <a:lstStyle/>
                    <a:p>
                      <a:pPr algn="r" fontAlgn="ctr"/>
                      <a:r>
                        <a:rPr lang="en-NZ" sz="1000">
                          <a:effectLst/>
                        </a:rPr>
                        <a:t>Kolkata</a:t>
                      </a:r>
                    </a:p>
                  </a:txBody>
                  <a:tcPr anchor="ctr">
                    <a:lnL>
                      <a:noFill/>
                    </a:lnL>
                    <a:lnR>
                      <a:noFill/>
                    </a:lnR>
                    <a:lnT>
                      <a:noFill/>
                    </a:lnT>
                    <a:lnB>
                      <a:noFill/>
                    </a:lnB>
                  </a:tcPr>
                </a:tc>
                <a:tc>
                  <a:txBody>
                    <a:bodyPr/>
                    <a:lstStyle/>
                    <a:p>
                      <a:pPr algn="r" fontAlgn="ctr"/>
                      <a:r>
                        <a:rPr lang="en-NZ" sz="1000">
                          <a:effectLst/>
                        </a:rPr>
                        <a:t>Banglore</a:t>
                      </a:r>
                    </a:p>
                  </a:txBody>
                  <a:tcPr anchor="ctr">
                    <a:lnL>
                      <a:noFill/>
                    </a:lnL>
                    <a:lnR>
                      <a:noFill/>
                    </a:lnR>
                    <a:lnT>
                      <a:noFill/>
                    </a:lnT>
                    <a:lnB>
                      <a:noFill/>
                    </a:lnB>
                  </a:tcPr>
                </a:tc>
                <a:tc>
                  <a:txBody>
                    <a:bodyPr/>
                    <a:lstStyle/>
                    <a:p>
                      <a:pPr algn="r" fontAlgn="ctr"/>
                      <a:r>
                        <a:rPr lang="en-NZ" sz="1000">
                          <a:effectLst/>
                        </a:rPr>
                        <a:t>CCU → NAG → BLR</a:t>
                      </a:r>
                    </a:p>
                  </a:txBody>
                  <a:tcPr anchor="ctr">
                    <a:lnL>
                      <a:noFill/>
                    </a:lnL>
                    <a:lnR>
                      <a:noFill/>
                    </a:lnR>
                    <a:lnT>
                      <a:noFill/>
                    </a:lnT>
                    <a:lnB>
                      <a:noFill/>
                    </a:lnB>
                  </a:tcPr>
                </a:tc>
                <a:tc>
                  <a:txBody>
                    <a:bodyPr/>
                    <a:lstStyle/>
                    <a:p>
                      <a:pPr algn="r" fontAlgn="ctr"/>
                      <a:r>
                        <a:rPr lang="en-NZ" sz="1000">
                          <a:effectLst/>
                        </a:rPr>
                        <a:t>18</a:t>
                      </a:r>
                    </a:p>
                  </a:txBody>
                  <a:tcPr anchor="ctr">
                    <a:lnL>
                      <a:noFill/>
                    </a:lnL>
                    <a:lnR>
                      <a:noFill/>
                    </a:lnR>
                    <a:lnT>
                      <a:noFill/>
                    </a:lnT>
                    <a:lnB>
                      <a:noFill/>
                    </a:lnB>
                  </a:tcPr>
                </a:tc>
                <a:tc>
                  <a:txBody>
                    <a:bodyPr/>
                    <a:lstStyle/>
                    <a:p>
                      <a:pPr algn="r" fontAlgn="ctr"/>
                      <a:r>
                        <a:rPr lang="en-NZ" sz="1000">
                          <a:effectLst/>
                        </a:rPr>
                        <a:t>23</a:t>
                      </a:r>
                    </a:p>
                  </a:txBody>
                  <a:tcPr anchor="ctr">
                    <a:lnL>
                      <a:noFill/>
                    </a:lnL>
                    <a:lnR>
                      <a:noFill/>
                    </a:lnR>
                    <a:lnT>
                      <a:noFill/>
                    </a:lnT>
                    <a:lnB>
                      <a:noFill/>
                    </a:lnB>
                  </a:tcPr>
                </a:tc>
                <a:tc>
                  <a:txBody>
                    <a:bodyPr/>
                    <a:lstStyle/>
                    <a:p>
                      <a:pPr algn="r" fontAlgn="ctr"/>
                      <a:r>
                        <a:rPr lang="en-NZ" sz="1000">
                          <a:effectLst/>
                        </a:rPr>
                        <a:t>5</a:t>
                      </a:r>
                    </a:p>
                  </a:txBody>
                  <a:tcPr anchor="ctr">
                    <a:lnL>
                      <a:noFill/>
                    </a:lnL>
                    <a:lnR>
                      <a:noFill/>
                    </a:lnR>
                    <a:lnT>
                      <a:noFill/>
                    </a:lnT>
                    <a:lnB>
                      <a:noFill/>
                    </a:lnB>
                  </a:tcPr>
                </a:tc>
                <a:tc>
                  <a:txBody>
                    <a:bodyPr/>
                    <a:lstStyle/>
                    <a:p>
                      <a:pPr algn="r" fontAlgn="ctr"/>
                      <a:r>
                        <a:rPr lang="en-NZ" sz="1000">
                          <a:effectLst/>
                        </a:rPr>
                        <a:t>1</a:t>
                      </a:r>
                    </a:p>
                  </a:txBody>
                  <a:tcPr anchor="ctr">
                    <a:lnL>
                      <a:noFill/>
                    </a:lnL>
                    <a:lnR>
                      <a:noFill/>
                    </a:lnR>
                    <a:lnT>
                      <a:noFill/>
                    </a:lnT>
                    <a:lnB>
                      <a:noFill/>
                    </a:lnB>
                  </a:tcPr>
                </a:tc>
                <a:tc>
                  <a:txBody>
                    <a:bodyPr/>
                    <a:lstStyle/>
                    <a:p>
                      <a:pPr algn="r" fontAlgn="ctr"/>
                      <a:r>
                        <a:rPr lang="en-NZ" sz="1000">
                          <a:effectLst/>
                        </a:rPr>
                        <a:t>No info</a:t>
                      </a:r>
                    </a:p>
                  </a:txBody>
                  <a:tcPr anchor="ctr">
                    <a:lnL>
                      <a:noFill/>
                    </a:lnL>
                    <a:lnR>
                      <a:noFill/>
                    </a:lnR>
                    <a:lnT>
                      <a:noFill/>
                    </a:lnT>
                    <a:lnB>
                      <a:noFill/>
                    </a:lnB>
                  </a:tcPr>
                </a:tc>
                <a:tc>
                  <a:txBody>
                    <a:bodyPr/>
                    <a:lstStyle/>
                    <a:p>
                      <a:pPr algn="r" fontAlgn="ctr"/>
                      <a:r>
                        <a:rPr lang="en-NZ" sz="1000">
                          <a:effectLst/>
                        </a:rPr>
                        <a:t>6218</a:t>
                      </a:r>
                    </a:p>
                  </a:txBody>
                  <a:tcPr anchor="ctr">
                    <a:lnL>
                      <a:noFill/>
                    </a:lnL>
                    <a:lnR>
                      <a:noFill/>
                    </a:lnR>
                    <a:lnT>
                      <a:noFill/>
                    </a:lnT>
                    <a:lnB>
                      <a:noFill/>
                    </a:lnB>
                  </a:tcPr>
                </a:tc>
                <a:extLst>
                  <a:ext uri="{0D108BD9-81ED-4DB2-BD59-A6C34878D82A}">
                    <a16:rowId xmlns:a16="http://schemas.microsoft.com/office/drawing/2014/main" val="3894596879"/>
                  </a:ext>
                </a:extLst>
              </a:tr>
              <a:tr h="254481">
                <a:tc>
                  <a:txBody>
                    <a:bodyPr/>
                    <a:lstStyle/>
                    <a:p>
                      <a:pPr algn="r" fontAlgn="ctr"/>
                      <a:r>
                        <a:rPr lang="en-NZ" sz="1000" b="1">
                          <a:effectLst/>
                        </a:rPr>
                        <a:t>4</a:t>
                      </a:r>
                    </a:p>
                  </a:txBody>
                  <a:tcPr anchor="ctr">
                    <a:lnL>
                      <a:noFill/>
                    </a:lnL>
                    <a:lnR>
                      <a:noFill/>
                    </a:lnR>
                    <a:lnT>
                      <a:noFill/>
                    </a:lnT>
                    <a:lnB>
                      <a:noFill/>
                    </a:lnB>
                  </a:tcPr>
                </a:tc>
                <a:tc>
                  <a:txBody>
                    <a:bodyPr/>
                    <a:lstStyle/>
                    <a:p>
                      <a:pPr algn="r" fontAlgn="ctr"/>
                      <a:r>
                        <a:rPr lang="en-NZ" sz="1000">
                          <a:effectLst/>
                        </a:rPr>
                        <a:t>IndiGo</a:t>
                      </a:r>
                    </a:p>
                  </a:txBody>
                  <a:tcPr anchor="ctr">
                    <a:lnL>
                      <a:noFill/>
                    </a:lnL>
                    <a:lnR>
                      <a:noFill/>
                    </a:lnR>
                    <a:lnT>
                      <a:noFill/>
                    </a:lnT>
                    <a:lnB>
                      <a:noFill/>
                    </a:lnB>
                  </a:tcPr>
                </a:tc>
                <a:tc>
                  <a:txBody>
                    <a:bodyPr/>
                    <a:lstStyle/>
                    <a:p>
                      <a:pPr algn="r" fontAlgn="ctr"/>
                      <a:r>
                        <a:rPr lang="en-NZ" sz="1000">
                          <a:effectLst/>
                        </a:rPr>
                        <a:t>2019-03-01</a:t>
                      </a:r>
                    </a:p>
                  </a:txBody>
                  <a:tcPr anchor="ctr">
                    <a:lnL>
                      <a:noFill/>
                    </a:lnL>
                    <a:lnR>
                      <a:noFill/>
                    </a:lnR>
                    <a:lnT>
                      <a:noFill/>
                    </a:lnT>
                    <a:lnB>
                      <a:noFill/>
                    </a:lnB>
                  </a:tcPr>
                </a:tc>
                <a:tc>
                  <a:txBody>
                    <a:bodyPr/>
                    <a:lstStyle/>
                    <a:p>
                      <a:pPr algn="r" fontAlgn="ctr"/>
                      <a:r>
                        <a:rPr lang="en-NZ" sz="1000">
                          <a:effectLst/>
                        </a:rPr>
                        <a:t>Banglore</a:t>
                      </a:r>
                    </a:p>
                  </a:txBody>
                  <a:tcPr anchor="ctr">
                    <a:lnL>
                      <a:noFill/>
                    </a:lnL>
                    <a:lnR>
                      <a:noFill/>
                    </a:lnR>
                    <a:lnT>
                      <a:noFill/>
                    </a:lnT>
                    <a:lnB>
                      <a:noFill/>
                    </a:lnB>
                  </a:tcPr>
                </a:tc>
                <a:tc>
                  <a:txBody>
                    <a:bodyPr/>
                    <a:lstStyle/>
                    <a:p>
                      <a:pPr algn="r" fontAlgn="ctr"/>
                      <a:r>
                        <a:rPr lang="en-NZ" sz="1000">
                          <a:effectLst/>
                        </a:rPr>
                        <a:t>New Delhi</a:t>
                      </a:r>
                    </a:p>
                  </a:txBody>
                  <a:tcPr anchor="ctr">
                    <a:lnL>
                      <a:noFill/>
                    </a:lnL>
                    <a:lnR>
                      <a:noFill/>
                    </a:lnR>
                    <a:lnT>
                      <a:noFill/>
                    </a:lnT>
                    <a:lnB>
                      <a:noFill/>
                    </a:lnB>
                  </a:tcPr>
                </a:tc>
                <a:tc>
                  <a:txBody>
                    <a:bodyPr/>
                    <a:lstStyle/>
                    <a:p>
                      <a:pPr algn="r" fontAlgn="ctr"/>
                      <a:r>
                        <a:rPr lang="en-NZ" sz="1000">
                          <a:effectLst/>
                        </a:rPr>
                        <a:t>BLR → NAG → DEL</a:t>
                      </a:r>
                    </a:p>
                  </a:txBody>
                  <a:tcPr anchor="ctr">
                    <a:lnL>
                      <a:noFill/>
                    </a:lnL>
                    <a:lnR>
                      <a:noFill/>
                    </a:lnR>
                    <a:lnT>
                      <a:noFill/>
                    </a:lnT>
                    <a:lnB>
                      <a:noFill/>
                    </a:lnB>
                  </a:tcPr>
                </a:tc>
                <a:tc>
                  <a:txBody>
                    <a:bodyPr/>
                    <a:lstStyle/>
                    <a:p>
                      <a:pPr algn="r" fontAlgn="ctr"/>
                      <a:r>
                        <a:rPr lang="en-NZ" sz="1000">
                          <a:effectLst/>
                        </a:rPr>
                        <a:t>16</a:t>
                      </a:r>
                    </a:p>
                  </a:txBody>
                  <a:tcPr anchor="ctr">
                    <a:lnL>
                      <a:noFill/>
                    </a:lnL>
                    <a:lnR>
                      <a:noFill/>
                    </a:lnR>
                    <a:lnT>
                      <a:noFill/>
                    </a:lnT>
                    <a:lnB>
                      <a:noFill/>
                    </a:lnB>
                  </a:tcPr>
                </a:tc>
                <a:tc>
                  <a:txBody>
                    <a:bodyPr/>
                    <a:lstStyle/>
                    <a:p>
                      <a:pPr algn="r" fontAlgn="ctr"/>
                      <a:r>
                        <a:rPr lang="en-NZ" sz="1000" dirty="0">
                          <a:effectLst/>
                        </a:rPr>
                        <a:t>21</a:t>
                      </a:r>
                    </a:p>
                  </a:txBody>
                  <a:tcPr anchor="ctr">
                    <a:lnL>
                      <a:noFill/>
                    </a:lnL>
                    <a:lnR>
                      <a:noFill/>
                    </a:lnR>
                    <a:lnT>
                      <a:noFill/>
                    </a:lnT>
                    <a:lnB>
                      <a:noFill/>
                    </a:lnB>
                  </a:tcPr>
                </a:tc>
                <a:tc>
                  <a:txBody>
                    <a:bodyPr/>
                    <a:lstStyle/>
                    <a:p>
                      <a:pPr algn="r" fontAlgn="ctr"/>
                      <a:r>
                        <a:rPr lang="en-NZ" sz="1000">
                          <a:effectLst/>
                        </a:rPr>
                        <a:t>4</a:t>
                      </a:r>
                    </a:p>
                  </a:txBody>
                  <a:tcPr anchor="ctr">
                    <a:lnL>
                      <a:noFill/>
                    </a:lnL>
                    <a:lnR>
                      <a:noFill/>
                    </a:lnR>
                    <a:lnT>
                      <a:noFill/>
                    </a:lnT>
                    <a:lnB>
                      <a:noFill/>
                    </a:lnB>
                  </a:tcPr>
                </a:tc>
                <a:tc>
                  <a:txBody>
                    <a:bodyPr/>
                    <a:lstStyle/>
                    <a:p>
                      <a:pPr algn="r" fontAlgn="ctr"/>
                      <a:r>
                        <a:rPr lang="en-NZ" sz="1000">
                          <a:effectLst/>
                        </a:rPr>
                        <a:t>1</a:t>
                      </a:r>
                    </a:p>
                  </a:txBody>
                  <a:tcPr anchor="ctr">
                    <a:lnL>
                      <a:noFill/>
                    </a:lnL>
                    <a:lnR>
                      <a:noFill/>
                    </a:lnR>
                    <a:lnT>
                      <a:noFill/>
                    </a:lnT>
                    <a:lnB>
                      <a:noFill/>
                    </a:lnB>
                  </a:tcPr>
                </a:tc>
                <a:tc>
                  <a:txBody>
                    <a:bodyPr/>
                    <a:lstStyle/>
                    <a:p>
                      <a:pPr algn="r" fontAlgn="ctr"/>
                      <a:r>
                        <a:rPr lang="en-NZ" sz="1000">
                          <a:effectLst/>
                        </a:rPr>
                        <a:t>No info</a:t>
                      </a:r>
                    </a:p>
                  </a:txBody>
                  <a:tcPr anchor="ctr">
                    <a:lnL>
                      <a:noFill/>
                    </a:lnL>
                    <a:lnR>
                      <a:noFill/>
                    </a:lnR>
                    <a:lnT>
                      <a:noFill/>
                    </a:lnT>
                    <a:lnB>
                      <a:noFill/>
                    </a:lnB>
                  </a:tcPr>
                </a:tc>
                <a:tc>
                  <a:txBody>
                    <a:bodyPr/>
                    <a:lstStyle/>
                    <a:p>
                      <a:pPr algn="r" fontAlgn="ctr"/>
                      <a:r>
                        <a:rPr lang="en-NZ" sz="1000" dirty="0">
                          <a:effectLst/>
                        </a:rPr>
                        <a:t>13302</a:t>
                      </a: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spTree>
    <p:extLst>
      <p:ext uri="{BB962C8B-B14F-4D97-AF65-F5344CB8AC3E}">
        <p14:creationId xmlns:p14="http://schemas.microsoft.com/office/powerpoint/2010/main" val="3877645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Exploratory Data Analysis</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lstStyle/>
          <a:p>
            <a:pPr marL="0" indent="0">
              <a:buNone/>
            </a:pPr>
            <a:r>
              <a:rPr lang="en-NZ" sz="1800" dirty="0"/>
              <a:t>-   Correlation</a:t>
            </a:r>
          </a:p>
          <a:p>
            <a:pPr lvl="1">
              <a:buFontTx/>
              <a:buChar char="-"/>
            </a:pPr>
            <a:r>
              <a:rPr lang="en-NZ" sz="1400" dirty="0"/>
              <a:t>Plotted heatmap to see the feature correlation</a:t>
            </a:r>
          </a:p>
          <a:p>
            <a:pPr lvl="1">
              <a:buFontTx/>
              <a:buChar char="-"/>
            </a:pPr>
            <a:r>
              <a:rPr lang="en-NZ" sz="1400" dirty="0"/>
              <a:t>Numerical data</a:t>
            </a:r>
          </a:p>
          <a:p>
            <a:pPr lvl="1">
              <a:buFontTx/>
              <a:buChar char="-"/>
            </a:pPr>
            <a:r>
              <a:rPr lang="en-NZ" sz="1400" dirty="0"/>
              <a:t>Found the best correlation – Duration &amp; Total stops</a:t>
            </a:r>
          </a:p>
          <a:p>
            <a:pPr>
              <a:buFontTx/>
              <a:buChar char="-"/>
            </a:pPr>
            <a:r>
              <a:rPr lang="en-NZ" sz="1800" dirty="0"/>
              <a:t>Visualisations </a:t>
            </a:r>
          </a:p>
          <a:p>
            <a:pPr lvl="1">
              <a:buFontTx/>
              <a:buChar char="-"/>
            </a:pPr>
            <a:r>
              <a:rPr lang="en-NZ" sz="1400" dirty="0"/>
              <a:t>Plotted Scatterplot</a:t>
            </a:r>
          </a:p>
          <a:p>
            <a:pPr lvl="1">
              <a:buFontTx/>
              <a:buChar char="-"/>
            </a:pPr>
            <a:r>
              <a:rPr lang="en-NZ" sz="1400" dirty="0"/>
              <a:t>Bar graph</a:t>
            </a:r>
          </a:p>
          <a:p>
            <a:pPr lvl="1">
              <a:buFontTx/>
              <a:buChar char="-"/>
            </a:pPr>
            <a:r>
              <a:rPr lang="en-NZ" sz="1400" dirty="0"/>
              <a:t>Pair plot </a:t>
            </a:r>
          </a:p>
          <a:p>
            <a:pPr>
              <a:buFontTx/>
              <a:buChar char="-"/>
            </a:pPr>
            <a:r>
              <a:rPr lang="en-NZ" sz="1800" dirty="0"/>
              <a:t>Data munging</a:t>
            </a:r>
          </a:p>
          <a:p>
            <a:pPr lvl="1">
              <a:buFontTx/>
              <a:buChar char="-"/>
            </a:pPr>
            <a:r>
              <a:rPr lang="en-NZ" sz="1400" dirty="0"/>
              <a:t>Got the mean for the Price feature</a:t>
            </a:r>
          </a:p>
          <a:p>
            <a:pPr lvl="1">
              <a:buFontTx/>
              <a:buChar char="-"/>
            </a:pPr>
            <a:r>
              <a:rPr lang="en-NZ" sz="1400" dirty="0"/>
              <a:t>Used sample mean value to get a normal distributed graph(Price and Duration).</a:t>
            </a:r>
          </a:p>
          <a:p>
            <a:pPr marL="457200" lvl="1" indent="0">
              <a:buNone/>
            </a:pPr>
            <a:endParaRPr lang="en-NZ" sz="1400" dirty="0"/>
          </a:p>
        </p:txBody>
      </p:sp>
    </p:spTree>
    <p:extLst>
      <p:ext uri="{BB962C8B-B14F-4D97-AF65-F5344CB8AC3E}">
        <p14:creationId xmlns:p14="http://schemas.microsoft.com/office/powerpoint/2010/main" val="3115288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 Data Correlation</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3414296964"/>
              </p:ext>
            </p:extLst>
          </p:nvPr>
        </p:nvGraphicFramePr>
        <p:xfrm>
          <a:off x="1232077" y="2518294"/>
          <a:ext cx="8848902" cy="4233948"/>
        </p:xfrm>
        <a:graphic>
          <a:graphicData uri="http://schemas.openxmlformats.org/drawingml/2006/table">
            <a:tbl>
              <a:tblPr/>
              <a:tblGrid>
                <a:gridCol w="593745">
                  <a:extLst>
                    <a:ext uri="{9D8B030D-6E8A-4147-A177-3AD203B41FA5}">
                      <a16:colId xmlns:a16="http://schemas.microsoft.com/office/drawing/2014/main" val="149584374"/>
                    </a:ext>
                  </a:extLst>
                </a:gridCol>
                <a:gridCol w="894189">
                  <a:extLst>
                    <a:ext uri="{9D8B030D-6E8A-4147-A177-3AD203B41FA5}">
                      <a16:colId xmlns:a16="http://schemas.microsoft.com/office/drawing/2014/main" val="2689736920"/>
                    </a:ext>
                  </a:extLst>
                </a:gridCol>
                <a:gridCol w="665277">
                  <a:extLst>
                    <a:ext uri="{9D8B030D-6E8A-4147-A177-3AD203B41FA5}">
                      <a16:colId xmlns:a16="http://schemas.microsoft.com/office/drawing/2014/main" val="3434489507"/>
                    </a:ext>
                  </a:extLst>
                </a:gridCol>
                <a:gridCol w="701045">
                  <a:extLst>
                    <a:ext uri="{9D8B030D-6E8A-4147-A177-3AD203B41FA5}">
                      <a16:colId xmlns:a16="http://schemas.microsoft.com/office/drawing/2014/main" val="2636269394"/>
                    </a:ext>
                  </a:extLst>
                </a:gridCol>
                <a:gridCol w="765426">
                  <a:extLst>
                    <a:ext uri="{9D8B030D-6E8A-4147-A177-3AD203B41FA5}">
                      <a16:colId xmlns:a16="http://schemas.microsoft.com/office/drawing/2014/main" val="845747883"/>
                    </a:ext>
                  </a:extLst>
                </a:gridCol>
                <a:gridCol w="1194637">
                  <a:extLst>
                    <a:ext uri="{9D8B030D-6E8A-4147-A177-3AD203B41FA5}">
                      <a16:colId xmlns:a16="http://schemas.microsoft.com/office/drawing/2014/main" val="2288867471"/>
                    </a:ext>
                  </a:extLst>
                </a:gridCol>
                <a:gridCol w="708198">
                  <a:extLst>
                    <a:ext uri="{9D8B030D-6E8A-4147-A177-3AD203B41FA5}">
                      <a16:colId xmlns:a16="http://schemas.microsoft.com/office/drawing/2014/main" val="245920816"/>
                    </a:ext>
                  </a:extLst>
                </a:gridCol>
                <a:gridCol w="586589">
                  <a:extLst>
                    <a:ext uri="{9D8B030D-6E8A-4147-A177-3AD203B41FA5}">
                      <a16:colId xmlns:a16="http://schemas.microsoft.com/office/drawing/2014/main" val="1029138077"/>
                    </a:ext>
                  </a:extLst>
                </a:gridCol>
                <a:gridCol w="763638">
                  <a:extLst>
                    <a:ext uri="{9D8B030D-6E8A-4147-A177-3AD203B41FA5}">
                      <a16:colId xmlns:a16="http://schemas.microsoft.com/office/drawing/2014/main" val="2566705944"/>
                    </a:ext>
                  </a:extLst>
                </a:gridCol>
                <a:gridCol w="946051">
                  <a:extLst>
                    <a:ext uri="{9D8B030D-6E8A-4147-A177-3AD203B41FA5}">
                      <a16:colId xmlns:a16="http://schemas.microsoft.com/office/drawing/2014/main" val="72431942"/>
                    </a:ext>
                  </a:extLst>
                </a:gridCol>
                <a:gridCol w="581226">
                  <a:extLst>
                    <a:ext uri="{9D8B030D-6E8A-4147-A177-3AD203B41FA5}">
                      <a16:colId xmlns:a16="http://schemas.microsoft.com/office/drawing/2014/main" val="2940392204"/>
                    </a:ext>
                  </a:extLst>
                </a:gridCol>
                <a:gridCol w="448881">
                  <a:extLst>
                    <a:ext uri="{9D8B030D-6E8A-4147-A177-3AD203B41FA5}">
                      <a16:colId xmlns:a16="http://schemas.microsoft.com/office/drawing/2014/main" val="1442234625"/>
                    </a:ext>
                  </a:extLst>
                </a:gridCol>
              </a:tblGrid>
              <a:tr h="880949">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670303">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B>
                      <a:noFill/>
                    </a:lnB>
                  </a:tcPr>
                </a:tc>
                <a:extLst>
                  <a:ext uri="{0D108BD9-81ED-4DB2-BD59-A6C34878D82A}">
                    <a16:rowId xmlns:a16="http://schemas.microsoft.com/office/drawing/2014/main" val="140977620"/>
                  </a:ext>
                </a:extLst>
              </a:tr>
              <a:tr h="671787">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1374445569"/>
                  </a:ext>
                </a:extLst>
              </a:tr>
              <a:tr h="670303">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805676206"/>
                  </a:ext>
                </a:extLst>
              </a:tr>
              <a:tr h="670303">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3894596879"/>
                  </a:ext>
                </a:extLst>
              </a:tr>
              <a:tr h="670303">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pic>
        <p:nvPicPr>
          <p:cNvPr id="3074" name="Picture 2">
            <a:extLst>
              <a:ext uri="{FF2B5EF4-FFF2-40B4-BE49-F238E27FC236}">
                <a16:creationId xmlns:a16="http://schemas.microsoft.com/office/drawing/2014/main" id="{025794DA-2E2D-76F8-55D3-9A1C64FB93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0382" y="2527685"/>
            <a:ext cx="5791200" cy="3981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14174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 Scatterplot of 2 features : Price and Duration</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81474408"/>
              </p:ext>
            </p:extLst>
          </p:nvPr>
        </p:nvGraphicFramePr>
        <p:xfrm>
          <a:off x="1101869" y="2392410"/>
          <a:ext cx="9690307" cy="4358346"/>
        </p:xfrm>
        <a:graphic>
          <a:graphicData uri="http://schemas.openxmlformats.org/drawingml/2006/table">
            <a:tbl>
              <a:tblPr/>
              <a:tblGrid>
                <a:gridCol w="650202">
                  <a:extLst>
                    <a:ext uri="{9D8B030D-6E8A-4147-A177-3AD203B41FA5}">
                      <a16:colId xmlns:a16="http://schemas.microsoft.com/office/drawing/2014/main" val="149584374"/>
                    </a:ext>
                  </a:extLst>
                </a:gridCol>
                <a:gridCol w="979214">
                  <a:extLst>
                    <a:ext uri="{9D8B030D-6E8A-4147-A177-3AD203B41FA5}">
                      <a16:colId xmlns:a16="http://schemas.microsoft.com/office/drawing/2014/main" val="2689736920"/>
                    </a:ext>
                  </a:extLst>
                </a:gridCol>
                <a:gridCol w="728535">
                  <a:extLst>
                    <a:ext uri="{9D8B030D-6E8A-4147-A177-3AD203B41FA5}">
                      <a16:colId xmlns:a16="http://schemas.microsoft.com/office/drawing/2014/main" val="3434489507"/>
                    </a:ext>
                  </a:extLst>
                </a:gridCol>
                <a:gridCol w="767704">
                  <a:extLst>
                    <a:ext uri="{9D8B030D-6E8A-4147-A177-3AD203B41FA5}">
                      <a16:colId xmlns:a16="http://schemas.microsoft.com/office/drawing/2014/main" val="2636269394"/>
                    </a:ext>
                  </a:extLst>
                </a:gridCol>
                <a:gridCol w="838208">
                  <a:extLst>
                    <a:ext uri="{9D8B030D-6E8A-4147-A177-3AD203B41FA5}">
                      <a16:colId xmlns:a16="http://schemas.microsoft.com/office/drawing/2014/main" val="845747883"/>
                    </a:ext>
                  </a:extLst>
                </a:gridCol>
                <a:gridCol w="1308230">
                  <a:extLst>
                    <a:ext uri="{9D8B030D-6E8A-4147-A177-3AD203B41FA5}">
                      <a16:colId xmlns:a16="http://schemas.microsoft.com/office/drawing/2014/main" val="2288867471"/>
                    </a:ext>
                  </a:extLst>
                </a:gridCol>
                <a:gridCol w="775537">
                  <a:extLst>
                    <a:ext uri="{9D8B030D-6E8A-4147-A177-3AD203B41FA5}">
                      <a16:colId xmlns:a16="http://schemas.microsoft.com/office/drawing/2014/main" val="245920816"/>
                    </a:ext>
                  </a:extLst>
                </a:gridCol>
                <a:gridCol w="642365">
                  <a:extLst>
                    <a:ext uri="{9D8B030D-6E8A-4147-A177-3AD203B41FA5}">
                      <a16:colId xmlns:a16="http://schemas.microsoft.com/office/drawing/2014/main" val="1029138077"/>
                    </a:ext>
                  </a:extLst>
                </a:gridCol>
                <a:gridCol w="836250">
                  <a:extLst>
                    <a:ext uri="{9D8B030D-6E8A-4147-A177-3AD203B41FA5}">
                      <a16:colId xmlns:a16="http://schemas.microsoft.com/office/drawing/2014/main" val="2566705944"/>
                    </a:ext>
                  </a:extLst>
                </a:gridCol>
                <a:gridCol w="1036007">
                  <a:extLst>
                    <a:ext uri="{9D8B030D-6E8A-4147-A177-3AD203B41FA5}">
                      <a16:colId xmlns:a16="http://schemas.microsoft.com/office/drawing/2014/main" val="72431942"/>
                    </a:ext>
                  </a:extLst>
                </a:gridCol>
                <a:gridCol w="636492">
                  <a:extLst>
                    <a:ext uri="{9D8B030D-6E8A-4147-A177-3AD203B41FA5}">
                      <a16:colId xmlns:a16="http://schemas.microsoft.com/office/drawing/2014/main" val="2940392204"/>
                    </a:ext>
                  </a:extLst>
                </a:gridCol>
                <a:gridCol w="491563">
                  <a:extLst>
                    <a:ext uri="{9D8B030D-6E8A-4147-A177-3AD203B41FA5}">
                      <a16:colId xmlns:a16="http://schemas.microsoft.com/office/drawing/2014/main" val="1442234625"/>
                    </a:ext>
                  </a:extLst>
                </a:gridCol>
              </a:tblGrid>
              <a:tr h="907151">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690239">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B>
                      <a:noFill/>
                    </a:lnB>
                  </a:tcPr>
                </a:tc>
                <a:extLst>
                  <a:ext uri="{0D108BD9-81ED-4DB2-BD59-A6C34878D82A}">
                    <a16:rowId xmlns:a16="http://schemas.microsoft.com/office/drawing/2014/main" val="140977620"/>
                  </a:ext>
                </a:extLst>
              </a:tr>
              <a:tr h="690239">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1374445569"/>
                  </a:ext>
                </a:extLst>
              </a:tr>
              <a:tr h="690239">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805676206"/>
                  </a:ext>
                </a:extLst>
              </a:tr>
              <a:tr h="690239">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3894596879"/>
                  </a:ext>
                </a:extLst>
              </a:tr>
              <a:tr h="690239">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pic>
        <p:nvPicPr>
          <p:cNvPr id="4098" name="Picture 2">
            <a:extLst>
              <a:ext uri="{FF2B5EF4-FFF2-40B4-BE49-F238E27FC236}">
                <a16:creationId xmlns:a16="http://schemas.microsoft.com/office/drawing/2014/main" id="{8BC445DA-40E3-F88D-EA9C-C20424C8B9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2594" y="2393691"/>
            <a:ext cx="5610225"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0859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 Scatterplot of 2 features : Price and Total Stops</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3502159443"/>
              </p:ext>
            </p:extLst>
          </p:nvPr>
        </p:nvGraphicFramePr>
        <p:xfrm>
          <a:off x="1068828" y="2205211"/>
          <a:ext cx="10981683" cy="4652186"/>
        </p:xfrm>
        <a:graphic>
          <a:graphicData uri="http://schemas.openxmlformats.org/drawingml/2006/table">
            <a:tbl>
              <a:tblPr/>
              <a:tblGrid>
                <a:gridCol w="736851">
                  <a:extLst>
                    <a:ext uri="{9D8B030D-6E8A-4147-A177-3AD203B41FA5}">
                      <a16:colId xmlns:a16="http://schemas.microsoft.com/office/drawing/2014/main" val="149584374"/>
                    </a:ext>
                  </a:extLst>
                </a:gridCol>
                <a:gridCol w="1109709">
                  <a:extLst>
                    <a:ext uri="{9D8B030D-6E8A-4147-A177-3AD203B41FA5}">
                      <a16:colId xmlns:a16="http://schemas.microsoft.com/office/drawing/2014/main" val="2689736920"/>
                    </a:ext>
                  </a:extLst>
                </a:gridCol>
                <a:gridCol w="825623">
                  <a:extLst>
                    <a:ext uri="{9D8B030D-6E8A-4147-A177-3AD203B41FA5}">
                      <a16:colId xmlns:a16="http://schemas.microsoft.com/office/drawing/2014/main" val="3434489507"/>
                    </a:ext>
                  </a:extLst>
                </a:gridCol>
                <a:gridCol w="870012">
                  <a:extLst>
                    <a:ext uri="{9D8B030D-6E8A-4147-A177-3AD203B41FA5}">
                      <a16:colId xmlns:a16="http://schemas.microsoft.com/office/drawing/2014/main" val="2636269394"/>
                    </a:ext>
                  </a:extLst>
                </a:gridCol>
                <a:gridCol w="949911">
                  <a:extLst>
                    <a:ext uri="{9D8B030D-6E8A-4147-A177-3AD203B41FA5}">
                      <a16:colId xmlns:a16="http://schemas.microsoft.com/office/drawing/2014/main" val="845747883"/>
                    </a:ext>
                  </a:extLst>
                </a:gridCol>
                <a:gridCol w="1482571">
                  <a:extLst>
                    <a:ext uri="{9D8B030D-6E8A-4147-A177-3AD203B41FA5}">
                      <a16:colId xmlns:a16="http://schemas.microsoft.com/office/drawing/2014/main" val="2288867471"/>
                    </a:ext>
                  </a:extLst>
                </a:gridCol>
                <a:gridCol w="878889">
                  <a:extLst>
                    <a:ext uri="{9D8B030D-6E8A-4147-A177-3AD203B41FA5}">
                      <a16:colId xmlns:a16="http://schemas.microsoft.com/office/drawing/2014/main" val="245920816"/>
                    </a:ext>
                  </a:extLst>
                </a:gridCol>
                <a:gridCol w="727970">
                  <a:extLst>
                    <a:ext uri="{9D8B030D-6E8A-4147-A177-3AD203B41FA5}">
                      <a16:colId xmlns:a16="http://schemas.microsoft.com/office/drawing/2014/main" val="1029138077"/>
                    </a:ext>
                  </a:extLst>
                </a:gridCol>
                <a:gridCol w="947692">
                  <a:extLst>
                    <a:ext uri="{9D8B030D-6E8A-4147-A177-3AD203B41FA5}">
                      <a16:colId xmlns:a16="http://schemas.microsoft.com/office/drawing/2014/main" val="2566705944"/>
                    </a:ext>
                  </a:extLst>
                </a:gridCol>
                <a:gridCol w="1174070">
                  <a:extLst>
                    <a:ext uri="{9D8B030D-6E8A-4147-A177-3AD203B41FA5}">
                      <a16:colId xmlns:a16="http://schemas.microsoft.com/office/drawing/2014/main" val="72431942"/>
                    </a:ext>
                  </a:extLst>
                </a:gridCol>
                <a:gridCol w="721314">
                  <a:extLst>
                    <a:ext uri="{9D8B030D-6E8A-4147-A177-3AD203B41FA5}">
                      <a16:colId xmlns:a16="http://schemas.microsoft.com/office/drawing/2014/main" val="2940392204"/>
                    </a:ext>
                  </a:extLst>
                </a:gridCol>
                <a:gridCol w="557071">
                  <a:extLst>
                    <a:ext uri="{9D8B030D-6E8A-4147-A177-3AD203B41FA5}">
                      <a16:colId xmlns:a16="http://schemas.microsoft.com/office/drawing/2014/main" val="1442234625"/>
                    </a:ext>
                  </a:extLst>
                </a:gridCol>
              </a:tblGrid>
              <a:tr h="968311">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73677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B>
                      <a:noFill/>
                    </a:lnB>
                  </a:tcPr>
                </a:tc>
                <a:extLst>
                  <a:ext uri="{0D108BD9-81ED-4DB2-BD59-A6C34878D82A}">
                    <a16:rowId xmlns:a16="http://schemas.microsoft.com/office/drawing/2014/main" val="140977620"/>
                  </a:ext>
                </a:extLst>
              </a:tr>
              <a:tr h="73677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1374445569"/>
                  </a:ext>
                </a:extLst>
              </a:tr>
              <a:tr h="73677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805676206"/>
                  </a:ext>
                </a:extLst>
              </a:tr>
              <a:tr h="73677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3894596879"/>
                  </a:ext>
                </a:extLst>
              </a:tr>
              <a:tr h="73677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pic>
        <p:nvPicPr>
          <p:cNvPr id="5122" name="Picture 2">
            <a:extLst>
              <a:ext uri="{FF2B5EF4-FFF2-40B4-BE49-F238E27FC236}">
                <a16:creationId xmlns:a16="http://schemas.microsoft.com/office/drawing/2014/main" id="{45DBA057-C851-4875-E16E-24E1D60497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61996" y="2451212"/>
            <a:ext cx="56388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3394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 Plotted </a:t>
            </a:r>
            <a:r>
              <a:rPr lang="en-NZ" sz="3400" dirty="0" err="1">
                <a:solidFill>
                  <a:srgbClr val="FFFFFF"/>
                </a:solidFill>
              </a:rPr>
              <a:t>distplot</a:t>
            </a:r>
            <a:r>
              <a:rPr lang="en-NZ" sz="3400" dirty="0">
                <a:solidFill>
                  <a:srgbClr val="FFFFFF"/>
                </a:solidFill>
              </a:rPr>
              <a:t> using mean sample Value</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1458040384"/>
              </p:ext>
            </p:extLst>
          </p:nvPr>
        </p:nvGraphicFramePr>
        <p:xfrm>
          <a:off x="1023673" y="2574029"/>
          <a:ext cx="10981683" cy="4283370"/>
        </p:xfrm>
        <a:graphic>
          <a:graphicData uri="http://schemas.openxmlformats.org/drawingml/2006/table">
            <a:tbl>
              <a:tblPr/>
              <a:tblGrid>
                <a:gridCol w="736851">
                  <a:extLst>
                    <a:ext uri="{9D8B030D-6E8A-4147-A177-3AD203B41FA5}">
                      <a16:colId xmlns:a16="http://schemas.microsoft.com/office/drawing/2014/main" val="149584374"/>
                    </a:ext>
                  </a:extLst>
                </a:gridCol>
                <a:gridCol w="1109709">
                  <a:extLst>
                    <a:ext uri="{9D8B030D-6E8A-4147-A177-3AD203B41FA5}">
                      <a16:colId xmlns:a16="http://schemas.microsoft.com/office/drawing/2014/main" val="2689736920"/>
                    </a:ext>
                  </a:extLst>
                </a:gridCol>
                <a:gridCol w="825623">
                  <a:extLst>
                    <a:ext uri="{9D8B030D-6E8A-4147-A177-3AD203B41FA5}">
                      <a16:colId xmlns:a16="http://schemas.microsoft.com/office/drawing/2014/main" val="3434489507"/>
                    </a:ext>
                  </a:extLst>
                </a:gridCol>
                <a:gridCol w="870012">
                  <a:extLst>
                    <a:ext uri="{9D8B030D-6E8A-4147-A177-3AD203B41FA5}">
                      <a16:colId xmlns:a16="http://schemas.microsoft.com/office/drawing/2014/main" val="2636269394"/>
                    </a:ext>
                  </a:extLst>
                </a:gridCol>
                <a:gridCol w="949911">
                  <a:extLst>
                    <a:ext uri="{9D8B030D-6E8A-4147-A177-3AD203B41FA5}">
                      <a16:colId xmlns:a16="http://schemas.microsoft.com/office/drawing/2014/main" val="845747883"/>
                    </a:ext>
                  </a:extLst>
                </a:gridCol>
                <a:gridCol w="1482571">
                  <a:extLst>
                    <a:ext uri="{9D8B030D-6E8A-4147-A177-3AD203B41FA5}">
                      <a16:colId xmlns:a16="http://schemas.microsoft.com/office/drawing/2014/main" val="2288867471"/>
                    </a:ext>
                  </a:extLst>
                </a:gridCol>
                <a:gridCol w="878889">
                  <a:extLst>
                    <a:ext uri="{9D8B030D-6E8A-4147-A177-3AD203B41FA5}">
                      <a16:colId xmlns:a16="http://schemas.microsoft.com/office/drawing/2014/main" val="245920816"/>
                    </a:ext>
                  </a:extLst>
                </a:gridCol>
                <a:gridCol w="727970">
                  <a:extLst>
                    <a:ext uri="{9D8B030D-6E8A-4147-A177-3AD203B41FA5}">
                      <a16:colId xmlns:a16="http://schemas.microsoft.com/office/drawing/2014/main" val="1029138077"/>
                    </a:ext>
                  </a:extLst>
                </a:gridCol>
                <a:gridCol w="947692">
                  <a:extLst>
                    <a:ext uri="{9D8B030D-6E8A-4147-A177-3AD203B41FA5}">
                      <a16:colId xmlns:a16="http://schemas.microsoft.com/office/drawing/2014/main" val="2566705944"/>
                    </a:ext>
                  </a:extLst>
                </a:gridCol>
                <a:gridCol w="1174070">
                  <a:extLst>
                    <a:ext uri="{9D8B030D-6E8A-4147-A177-3AD203B41FA5}">
                      <a16:colId xmlns:a16="http://schemas.microsoft.com/office/drawing/2014/main" val="72431942"/>
                    </a:ext>
                  </a:extLst>
                </a:gridCol>
                <a:gridCol w="721314">
                  <a:extLst>
                    <a:ext uri="{9D8B030D-6E8A-4147-A177-3AD203B41FA5}">
                      <a16:colId xmlns:a16="http://schemas.microsoft.com/office/drawing/2014/main" val="2940392204"/>
                    </a:ext>
                  </a:extLst>
                </a:gridCol>
                <a:gridCol w="557071">
                  <a:extLst>
                    <a:ext uri="{9D8B030D-6E8A-4147-A177-3AD203B41FA5}">
                      <a16:colId xmlns:a16="http://schemas.microsoft.com/office/drawing/2014/main" val="1442234625"/>
                    </a:ext>
                  </a:extLst>
                </a:gridCol>
              </a:tblGrid>
              <a:tr h="89154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67836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B>
                      <a:noFill/>
                    </a:lnB>
                  </a:tcPr>
                </a:tc>
                <a:extLst>
                  <a:ext uri="{0D108BD9-81ED-4DB2-BD59-A6C34878D82A}">
                    <a16:rowId xmlns:a16="http://schemas.microsoft.com/office/drawing/2014/main" val="140977620"/>
                  </a:ext>
                </a:extLst>
              </a:tr>
              <a:tr h="67836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1374445569"/>
                  </a:ext>
                </a:extLst>
              </a:tr>
              <a:tr h="67836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805676206"/>
                  </a:ext>
                </a:extLst>
              </a:tr>
              <a:tr h="67836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3894596879"/>
                  </a:ext>
                </a:extLst>
              </a:tr>
              <a:tr h="678365">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pic>
        <p:nvPicPr>
          <p:cNvPr id="6148" name="Picture 4">
            <a:extLst>
              <a:ext uri="{FF2B5EF4-FFF2-40B4-BE49-F238E27FC236}">
                <a16:creationId xmlns:a16="http://schemas.microsoft.com/office/drawing/2014/main" id="{9A808C7A-093A-2572-22DA-7B415FA8D6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2612" y="2575310"/>
            <a:ext cx="5172075" cy="3933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44262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3" name="Rectangle 105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7" name="Rectangle 105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9" name="Rectangle 105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1383564" y="348865"/>
            <a:ext cx="9718111" cy="1576446"/>
          </a:xfrm>
        </p:spPr>
        <p:txBody>
          <a:bodyPr anchor="ctr">
            <a:normAutofit/>
          </a:bodyPr>
          <a:lstStyle/>
          <a:p>
            <a:r>
              <a:rPr lang="en-NZ" sz="3400" dirty="0">
                <a:solidFill>
                  <a:srgbClr val="FFFFFF"/>
                </a:solidFill>
              </a:rPr>
              <a:t> Normal Distributed Graph using mean sample Value</a:t>
            </a:r>
            <a:br>
              <a:rPr lang="en-NZ" sz="3400" dirty="0">
                <a:solidFill>
                  <a:srgbClr val="FFFFFF"/>
                </a:solidFill>
              </a:rPr>
            </a:br>
            <a:br>
              <a:rPr lang="en-NZ" sz="3400" dirty="0">
                <a:solidFill>
                  <a:srgbClr val="FFFFFF"/>
                </a:solidFill>
              </a:rPr>
            </a:br>
            <a:endParaRPr lang="en-NZ" sz="3400" dirty="0">
              <a:solidFill>
                <a:srgbClr val="FFFFFF"/>
              </a:solidFill>
            </a:endParaRPr>
          </a:p>
        </p:txBody>
      </p:sp>
      <p:graphicFrame>
        <p:nvGraphicFramePr>
          <p:cNvPr id="4" name="Table 3">
            <a:extLst>
              <a:ext uri="{FF2B5EF4-FFF2-40B4-BE49-F238E27FC236}">
                <a16:creationId xmlns:a16="http://schemas.microsoft.com/office/drawing/2014/main" id="{E9C96870-5B3C-1C5A-2149-0050A7C472D7}"/>
              </a:ext>
            </a:extLst>
          </p:cNvPr>
          <p:cNvGraphicFramePr>
            <a:graphicFrameLocks noGrp="1"/>
          </p:cNvGraphicFramePr>
          <p:nvPr>
            <p:extLst>
              <p:ext uri="{D42A27DB-BD31-4B8C-83A1-F6EECF244321}">
                <p14:modId xmlns:p14="http://schemas.microsoft.com/office/powerpoint/2010/main" val="1079600261"/>
              </p:ext>
            </p:extLst>
          </p:nvPr>
        </p:nvGraphicFramePr>
        <p:xfrm>
          <a:off x="1198347" y="2393054"/>
          <a:ext cx="10981683" cy="4312548"/>
        </p:xfrm>
        <a:graphic>
          <a:graphicData uri="http://schemas.openxmlformats.org/drawingml/2006/table">
            <a:tbl>
              <a:tblPr/>
              <a:tblGrid>
                <a:gridCol w="736851">
                  <a:extLst>
                    <a:ext uri="{9D8B030D-6E8A-4147-A177-3AD203B41FA5}">
                      <a16:colId xmlns:a16="http://schemas.microsoft.com/office/drawing/2014/main" val="149584374"/>
                    </a:ext>
                  </a:extLst>
                </a:gridCol>
                <a:gridCol w="1109709">
                  <a:extLst>
                    <a:ext uri="{9D8B030D-6E8A-4147-A177-3AD203B41FA5}">
                      <a16:colId xmlns:a16="http://schemas.microsoft.com/office/drawing/2014/main" val="2689736920"/>
                    </a:ext>
                  </a:extLst>
                </a:gridCol>
                <a:gridCol w="825623">
                  <a:extLst>
                    <a:ext uri="{9D8B030D-6E8A-4147-A177-3AD203B41FA5}">
                      <a16:colId xmlns:a16="http://schemas.microsoft.com/office/drawing/2014/main" val="3434489507"/>
                    </a:ext>
                  </a:extLst>
                </a:gridCol>
                <a:gridCol w="870012">
                  <a:extLst>
                    <a:ext uri="{9D8B030D-6E8A-4147-A177-3AD203B41FA5}">
                      <a16:colId xmlns:a16="http://schemas.microsoft.com/office/drawing/2014/main" val="2636269394"/>
                    </a:ext>
                  </a:extLst>
                </a:gridCol>
                <a:gridCol w="949911">
                  <a:extLst>
                    <a:ext uri="{9D8B030D-6E8A-4147-A177-3AD203B41FA5}">
                      <a16:colId xmlns:a16="http://schemas.microsoft.com/office/drawing/2014/main" val="845747883"/>
                    </a:ext>
                  </a:extLst>
                </a:gridCol>
                <a:gridCol w="1482571">
                  <a:extLst>
                    <a:ext uri="{9D8B030D-6E8A-4147-A177-3AD203B41FA5}">
                      <a16:colId xmlns:a16="http://schemas.microsoft.com/office/drawing/2014/main" val="2288867471"/>
                    </a:ext>
                  </a:extLst>
                </a:gridCol>
                <a:gridCol w="878889">
                  <a:extLst>
                    <a:ext uri="{9D8B030D-6E8A-4147-A177-3AD203B41FA5}">
                      <a16:colId xmlns:a16="http://schemas.microsoft.com/office/drawing/2014/main" val="245920816"/>
                    </a:ext>
                  </a:extLst>
                </a:gridCol>
                <a:gridCol w="727970">
                  <a:extLst>
                    <a:ext uri="{9D8B030D-6E8A-4147-A177-3AD203B41FA5}">
                      <a16:colId xmlns:a16="http://schemas.microsoft.com/office/drawing/2014/main" val="1029138077"/>
                    </a:ext>
                  </a:extLst>
                </a:gridCol>
                <a:gridCol w="947692">
                  <a:extLst>
                    <a:ext uri="{9D8B030D-6E8A-4147-A177-3AD203B41FA5}">
                      <a16:colId xmlns:a16="http://schemas.microsoft.com/office/drawing/2014/main" val="2566705944"/>
                    </a:ext>
                  </a:extLst>
                </a:gridCol>
                <a:gridCol w="1174070">
                  <a:extLst>
                    <a:ext uri="{9D8B030D-6E8A-4147-A177-3AD203B41FA5}">
                      <a16:colId xmlns:a16="http://schemas.microsoft.com/office/drawing/2014/main" val="72431942"/>
                    </a:ext>
                  </a:extLst>
                </a:gridCol>
                <a:gridCol w="721314">
                  <a:extLst>
                    <a:ext uri="{9D8B030D-6E8A-4147-A177-3AD203B41FA5}">
                      <a16:colId xmlns:a16="http://schemas.microsoft.com/office/drawing/2014/main" val="2940392204"/>
                    </a:ext>
                  </a:extLst>
                </a:gridCol>
                <a:gridCol w="557071">
                  <a:extLst>
                    <a:ext uri="{9D8B030D-6E8A-4147-A177-3AD203B41FA5}">
                      <a16:colId xmlns:a16="http://schemas.microsoft.com/office/drawing/2014/main" val="1442234625"/>
                    </a:ext>
                  </a:extLst>
                </a:gridCol>
              </a:tblGrid>
              <a:tr h="897618">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b="1" dirty="0">
                        <a:effectLst/>
                      </a:endParaRPr>
                    </a:p>
                  </a:txBody>
                  <a:tcPr anchor="ctr">
                    <a:lnL>
                      <a:noFill/>
                    </a:lnL>
                    <a:lnR>
                      <a:noFill/>
                    </a:lnR>
                    <a:lnT>
                      <a:noFill/>
                    </a:lnT>
                    <a:lnB>
                      <a:noFill/>
                    </a:lnB>
                  </a:tcPr>
                </a:tc>
                <a:tc>
                  <a:txBody>
                    <a:bodyPr/>
                    <a:lstStyle/>
                    <a:p>
                      <a:pPr algn="r" fontAlgn="ctr"/>
                      <a:endParaRPr lang="en-NZ" sz="1000" b="1">
                        <a:effectLst/>
                      </a:endParaRPr>
                    </a:p>
                  </a:txBody>
                  <a:tcPr anchor="ctr">
                    <a:lnL>
                      <a:noFill/>
                    </a:lnL>
                    <a:lnR>
                      <a:noFill/>
                    </a:lnR>
                    <a:lnT>
                      <a:noFill/>
                    </a:lnT>
                    <a:lnB>
                      <a:noFill/>
                    </a:lnB>
                  </a:tcPr>
                </a:tc>
                <a:tc>
                  <a:txBody>
                    <a:bodyPr/>
                    <a:lstStyle/>
                    <a:p>
                      <a:endParaRPr lang="en-NZ" sz="1000"/>
                    </a:p>
                  </a:txBody>
                  <a:tcPr>
                    <a:lnL>
                      <a:noFill/>
                    </a:lnL>
                  </a:tcPr>
                </a:tc>
                <a:extLst>
                  <a:ext uri="{0D108BD9-81ED-4DB2-BD59-A6C34878D82A}">
                    <a16:rowId xmlns:a16="http://schemas.microsoft.com/office/drawing/2014/main" val="1801397002"/>
                  </a:ext>
                </a:extLst>
              </a:tr>
              <a:tr h="682986">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B>
                      <a:noFill/>
                    </a:lnB>
                  </a:tcPr>
                </a:tc>
                <a:extLst>
                  <a:ext uri="{0D108BD9-81ED-4DB2-BD59-A6C34878D82A}">
                    <a16:rowId xmlns:a16="http://schemas.microsoft.com/office/drawing/2014/main" val="140977620"/>
                  </a:ext>
                </a:extLst>
              </a:tr>
              <a:tr h="682986">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1374445569"/>
                  </a:ext>
                </a:extLst>
              </a:tr>
              <a:tr h="682986">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805676206"/>
                  </a:ext>
                </a:extLst>
              </a:tr>
              <a:tr h="682986">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extLst>
                  <a:ext uri="{0D108BD9-81ED-4DB2-BD59-A6C34878D82A}">
                    <a16:rowId xmlns:a16="http://schemas.microsoft.com/office/drawing/2014/main" val="3894596879"/>
                  </a:ext>
                </a:extLst>
              </a:tr>
              <a:tr h="682986">
                <a:tc>
                  <a:txBody>
                    <a:bodyPr/>
                    <a:lstStyle/>
                    <a:p>
                      <a:pPr algn="r" fontAlgn="ctr"/>
                      <a:endParaRPr lang="en-NZ" sz="1000" b="1">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a:effectLst/>
                      </a:endParaRPr>
                    </a:p>
                  </a:txBody>
                  <a:tcPr anchor="ctr">
                    <a:lnL>
                      <a:noFill/>
                    </a:lnL>
                    <a:lnR>
                      <a:noFill/>
                    </a:lnR>
                    <a:lnT>
                      <a:noFill/>
                    </a:lnT>
                    <a:lnB>
                      <a:noFill/>
                    </a:lnB>
                  </a:tcPr>
                </a:tc>
                <a:tc>
                  <a:txBody>
                    <a:bodyPr/>
                    <a:lstStyle/>
                    <a:p>
                      <a:pPr algn="r" fontAlgn="ctr"/>
                      <a:endParaRPr lang="en-NZ" sz="1000" dirty="0">
                        <a:effectLst/>
                      </a:endParaRPr>
                    </a:p>
                  </a:txBody>
                  <a:tcPr anchor="ctr">
                    <a:lnL>
                      <a:noFill/>
                    </a:lnL>
                    <a:lnR>
                      <a:noFill/>
                    </a:lnR>
                    <a:lnT>
                      <a:noFill/>
                    </a:lnT>
                    <a:lnB>
                      <a:noFill/>
                    </a:lnB>
                  </a:tcPr>
                </a:tc>
                <a:extLst>
                  <a:ext uri="{0D108BD9-81ED-4DB2-BD59-A6C34878D82A}">
                    <a16:rowId xmlns:a16="http://schemas.microsoft.com/office/drawing/2014/main" val="763712383"/>
                  </a:ext>
                </a:extLst>
              </a:tr>
            </a:tbl>
          </a:graphicData>
        </a:graphic>
      </p:graphicFrame>
      <p:pic>
        <p:nvPicPr>
          <p:cNvPr id="6146" name="Picture 2">
            <a:extLst>
              <a:ext uri="{FF2B5EF4-FFF2-40B4-BE49-F238E27FC236}">
                <a16:creationId xmlns:a16="http://schemas.microsoft.com/office/drawing/2014/main" id="{75661535-4EF5-A744-F498-E11F4C37B6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43250" y="2394335"/>
            <a:ext cx="59055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8801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Hypothesis Testing</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normAutofit fontScale="92500" lnSpcReduction="10000"/>
          </a:bodyPr>
          <a:lstStyle/>
          <a:p>
            <a:pPr marL="0" indent="0">
              <a:buNone/>
            </a:pPr>
            <a:r>
              <a:rPr lang="en-NZ" sz="1200" dirty="0"/>
              <a:t> </a:t>
            </a:r>
          </a:p>
          <a:p>
            <a:pPr marL="0" indent="0">
              <a:buNone/>
            </a:pPr>
            <a:r>
              <a:rPr lang="en-NZ" sz="1400" dirty="0"/>
              <a:t>-    </a:t>
            </a:r>
            <a:r>
              <a:rPr lang="en-NZ" sz="1800" dirty="0"/>
              <a:t>Variance</a:t>
            </a:r>
          </a:p>
          <a:p>
            <a:pPr marL="457200" lvl="1" indent="0">
              <a:buNone/>
            </a:pPr>
            <a:r>
              <a:rPr lang="en-NZ" sz="1400" dirty="0"/>
              <a:t>-    var_price_over_11000 = 68.44 </a:t>
            </a:r>
          </a:p>
          <a:p>
            <a:pPr lvl="1">
              <a:buFontTx/>
              <a:buChar char="-"/>
            </a:pPr>
            <a:r>
              <a:rPr lang="en-NZ" sz="1400" dirty="0"/>
              <a:t>var_price_under_11000 = 69.94</a:t>
            </a:r>
          </a:p>
          <a:p>
            <a:pPr lvl="1">
              <a:buFontTx/>
              <a:buChar char="-"/>
            </a:pPr>
            <a:endParaRPr lang="en-NZ" sz="1400" dirty="0"/>
          </a:p>
          <a:p>
            <a:pPr>
              <a:buFontTx/>
              <a:buChar char="-"/>
            </a:pPr>
            <a:r>
              <a:rPr lang="en-NZ" sz="1800" dirty="0"/>
              <a:t>P-Value &amp; T Test</a:t>
            </a:r>
          </a:p>
          <a:p>
            <a:pPr marL="457200" lvl="1" indent="0">
              <a:buNone/>
            </a:pPr>
            <a:r>
              <a:rPr lang="en-NZ" sz="1400" dirty="0"/>
              <a:t>-    Using the 2 sample got the results    </a:t>
            </a:r>
          </a:p>
          <a:p>
            <a:pPr marL="457200" lvl="1" indent="0">
              <a:buNone/>
            </a:pPr>
            <a:r>
              <a:rPr kumimoji="0" lang="en-US" altLang="en-US" sz="1400" b="0" i="0" u="none" strike="noStrike" cap="none" normalizeH="0" baseline="0" dirty="0">
                <a:ln>
                  <a:noFill/>
                </a:ln>
                <a:solidFill>
                  <a:schemeClr val="tx1"/>
                </a:solidFill>
                <a:effectLst/>
                <a:latin typeface="var(--jp-code-font-family)"/>
              </a:rPr>
              <a:t>t = 3.55842549136334 </a:t>
            </a:r>
          </a:p>
          <a:p>
            <a:pPr marL="457200" lvl="1" indent="0">
              <a:buNone/>
            </a:pPr>
            <a:r>
              <a:rPr kumimoji="0" lang="en-US" altLang="en-US" sz="1400" b="0" i="0" u="none" strike="noStrike" cap="none" normalizeH="0" baseline="0" dirty="0">
                <a:ln>
                  <a:noFill/>
                </a:ln>
                <a:solidFill>
                  <a:schemeClr val="tx1"/>
                </a:solidFill>
                <a:effectLst/>
                <a:latin typeface="var(--jp-code-font-family)"/>
              </a:rPr>
              <a:t>p = 0.0005770356912377275 </a:t>
            </a:r>
          </a:p>
          <a:p>
            <a:pPr marL="457200" lvl="1" indent="0">
              <a:buNone/>
            </a:pPr>
            <a:endParaRPr lang="en-US" altLang="en-US" sz="1400" dirty="0">
              <a:latin typeface="var(--jp-code-font-family)"/>
            </a:endParaRPr>
          </a:p>
          <a:p>
            <a:pPr marL="0" indent="0">
              <a:buNone/>
            </a:pPr>
            <a:r>
              <a:rPr kumimoji="0" lang="en-US" altLang="en-US" sz="1800" b="0" i="0" u="none" strike="noStrike" cap="none" normalizeH="0" baseline="0" dirty="0">
                <a:ln>
                  <a:noFill/>
                </a:ln>
                <a:solidFill>
                  <a:schemeClr val="tx1"/>
                </a:solidFill>
                <a:effectLst/>
                <a:latin typeface="var(--jp-code-font-family)"/>
              </a:rPr>
              <a:t>- Outcome</a:t>
            </a:r>
          </a:p>
          <a:p>
            <a:pPr marL="457200" lvl="1" indent="0">
              <a:buNone/>
            </a:pPr>
            <a:endParaRPr lang="en-US" altLang="en-US" sz="1400" dirty="0">
              <a:latin typeface="var(--jp-code-font-family)"/>
            </a:endParaRPr>
          </a:p>
          <a:p>
            <a:pPr marL="457200" lvl="1" indent="0">
              <a:buNone/>
            </a:pPr>
            <a:r>
              <a:rPr kumimoji="0" lang="en-US" altLang="en-US" sz="1400" b="0" i="0" u="none" strike="noStrike" cap="none" normalizeH="0" baseline="0" dirty="0">
                <a:ln>
                  <a:noFill/>
                </a:ln>
                <a:solidFill>
                  <a:schemeClr val="tx1"/>
                </a:solidFill>
                <a:effectLst/>
                <a:latin typeface="var(--jp-code-font-family)"/>
              </a:rPr>
              <a:t>we reject our null hypothesis because p-value was less than 0.05 and accepted alternative . </a:t>
            </a:r>
          </a:p>
          <a:p>
            <a:pPr marL="457200" lvl="1" indent="0">
              <a:buNone/>
            </a:pPr>
            <a:endParaRPr kumimoji="0" lang="en-US" altLang="en-US" sz="1400" b="0" i="0" u="none" strike="noStrike" cap="none" normalizeH="0" baseline="0" dirty="0">
              <a:ln>
                <a:noFill/>
              </a:ln>
              <a:solidFill>
                <a:schemeClr val="tx1"/>
              </a:solidFill>
              <a:effectLst/>
              <a:latin typeface="var(--jp-code-font-family)"/>
            </a:endParaRPr>
          </a:p>
          <a:p>
            <a:pPr marL="457200" lvl="1" indent="0">
              <a:buNone/>
            </a:pPr>
            <a:r>
              <a:rPr kumimoji="0" lang="en-US" altLang="en-US" sz="1400" b="0" i="0" u="none" strike="noStrike" cap="none" normalizeH="0" baseline="0" dirty="0">
                <a:ln>
                  <a:noFill/>
                </a:ln>
                <a:solidFill>
                  <a:schemeClr val="tx1"/>
                </a:solidFill>
                <a:effectLst/>
                <a:latin typeface="var(--jp-code-font-family)"/>
              </a:rPr>
              <a:t>Fare price increases for longer duration.</a:t>
            </a:r>
            <a:r>
              <a:rPr kumimoji="0" lang="en-US" altLang="en-US" sz="1200" b="0" i="0" u="none" strike="noStrike" cap="none" normalizeH="0" baseline="0" dirty="0">
                <a:ln>
                  <a:noFill/>
                </a:ln>
                <a:solidFill>
                  <a:schemeClr val="tx1"/>
                </a:solidFill>
                <a:effectLst/>
              </a:rPr>
              <a:t> </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lvl="1">
              <a:buFontTx/>
              <a:buChar char="-"/>
            </a:pPr>
            <a:endParaRPr lang="en-NZ" sz="1400" dirty="0"/>
          </a:p>
          <a:p>
            <a:pPr marL="457200" lvl="1" indent="0">
              <a:buNone/>
            </a:pPr>
            <a:r>
              <a:rPr lang="en-NZ" sz="1400" dirty="0"/>
              <a:t> </a:t>
            </a:r>
          </a:p>
          <a:p>
            <a:pPr>
              <a:buFontTx/>
              <a:buChar char="-"/>
            </a:pPr>
            <a:endParaRPr lang="en-NZ" sz="1800" dirty="0"/>
          </a:p>
        </p:txBody>
      </p:sp>
    </p:spTree>
    <p:extLst>
      <p:ext uri="{BB962C8B-B14F-4D97-AF65-F5344CB8AC3E}">
        <p14:creationId xmlns:p14="http://schemas.microsoft.com/office/powerpoint/2010/main" val="3391906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9">
            <a:extLst>
              <a:ext uri="{FF2B5EF4-FFF2-40B4-BE49-F238E27FC236}">
                <a16:creationId xmlns:a16="http://schemas.microsoft.com/office/drawing/2014/main" id="{76EFD3D9-44F0-4267-BCC1-1613E79D82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2" name="Freeform 6">
            <a:extLst>
              <a:ext uri="{FF2B5EF4-FFF2-40B4-BE49-F238E27FC236}">
                <a16:creationId xmlns:a16="http://schemas.microsoft.com/office/drawing/2014/main" id="{A779A851-95D6-41AF-937A-B0E4B7F6FA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900814"/>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4" name="Freeform 7">
            <a:extLst>
              <a:ext uri="{FF2B5EF4-FFF2-40B4-BE49-F238E27FC236}">
                <a16:creationId xmlns:a16="http://schemas.microsoft.com/office/drawing/2014/main" id="{953FB2E7-B6CB-429C-81EB-D9516D6D5C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633165"/>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1046" name="Freeform: Shape 1045">
            <a:extLst>
              <a:ext uri="{FF2B5EF4-FFF2-40B4-BE49-F238E27FC236}">
                <a16:creationId xmlns:a16="http://schemas.microsoft.com/office/drawing/2014/main" id="{2EC40DB1-B719-4A13-9A4D-0966B4B27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4621" y="636723"/>
            <a:ext cx="4000062" cy="5257799"/>
          </a:xfrm>
          <a:custGeom>
            <a:avLst/>
            <a:gdLst>
              <a:gd name="connsiteX0" fmla="*/ 0 w 4634682"/>
              <a:gd name="connsiteY0" fmla="*/ 0 h 5257799"/>
              <a:gd name="connsiteX1" fmla="*/ 4634682 w 4634682"/>
              <a:gd name="connsiteY1" fmla="*/ 0 h 5257799"/>
              <a:gd name="connsiteX2" fmla="*/ 4634682 w 4634682"/>
              <a:gd name="connsiteY2" fmla="*/ 5257799 h 5257799"/>
              <a:gd name="connsiteX3" fmla="*/ 0 w 4634682"/>
              <a:gd name="connsiteY3" fmla="*/ 5257799 h 5257799"/>
            </a:gdLst>
            <a:ahLst/>
            <a:cxnLst>
              <a:cxn ang="0">
                <a:pos x="connsiteX0" y="connsiteY0"/>
              </a:cxn>
              <a:cxn ang="0">
                <a:pos x="connsiteX1" y="connsiteY1"/>
              </a:cxn>
              <a:cxn ang="0">
                <a:pos x="connsiteX2" y="connsiteY2"/>
              </a:cxn>
              <a:cxn ang="0">
                <a:pos x="connsiteX3" y="connsiteY3"/>
              </a:cxn>
            </a:cxnLst>
            <a:rect l="l" t="t" r="r" b="b"/>
            <a:pathLst>
              <a:path w="4634682" h="5257799">
                <a:moveTo>
                  <a:pt x="0" y="0"/>
                </a:moveTo>
                <a:lnTo>
                  <a:pt x="4634682" y="0"/>
                </a:lnTo>
                <a:lnTo>
                  <a:pt x="4634682" y="5257799"/>
                </a:lnTo>
                <a:lnTo>
                  <a:pt x="0" y="5257799"/>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50A8346-114B-D47B-2717-51C12AF9247F}"/>
              </a:ext>
            </a:extLst>
          </p:cNvPr>
          <p:cNvSpPr>
            <a:spLocks noGrp="1"/>
          </p:cNvSpPr>
          <p:nvPr>
            <p:ph type="title"/>
          </p:nvPr>
        </p:nvSpPr>
        <p:spPr>
          <a:xfrm>
            <a:off x="934872" y="982272"/>
            <a:ext cx="3388419" cy="4560970"/>
          </a:xfrm>
        </p:spPr>
        <p:txBody>
          <a:bodyPr>
            <a:normAutofit/>
          </a:bodyPr>
          <a:lstStyle/>
          <a:p>
            <a:r>
              <a:rPr lang="en-NZ" sz="1800" dirty="0">
                <a:solidFill>
                  <a:srgbClr val="FFFFFF"/>
                </a:solidFill>
              </a:rPr>
              <a:t>Conclusion</a:t>
            </a:r>
            <a:br>
              <a:rPr lang="en-NZ" sz="1800" dirty="0">
                <a:solidFill>
                  <a:srgbClr val="FFFFFF"/>
                </a:solidFill>
              </a:rPr>
            </a:br>
            <a:br>
              <a:rPr lang="en-NZ" sz="1800" dirty="0">
                <a:solidFill>
                  <a:srgbClr val="FFFFFF"/>
                </a:solidFill>
              </a:rPr>
            </a:br>
            <a:endParaRPr lang="en-NZ" sz="1800" dirty="0">
              <a:solidFill>
                <a:srgbClr val="FFFFFF"/>
              </a:solidFill>
            </a:endParaRPr>
          </a:p>
        </p:txBody>
      </p:sp>
      <p:sp>
        <p:nvSpPr>
          <p:cNvPr id="1048" name="Rectangle 8">
            <a:extLst>
              <a:ext uri="{FF2B5EF4-FFF2-40B4-BE49-F238E27FC236}">
                <a16:creationId xmlns:a16="http://schemas.microsoft.com/office/drawing/2014/main" id="{82211336-CFF3-412D-868A-6679C1004C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01782" y="1352302"/>
            <a:ext cx="6655597"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Content Placeholder 3">
            <a:extLst>
              <a:ext uri="{FF2B5EF4-FFF2-40B4-BE49-F238E27FC236}">
                <a16:creationId xmlns:a16="http://schemas.microsoft.com/office/drawing/2014/main" id="{8EB32591-E615-45D6-99E3-FD02240C1F59}"/>
              </a:ext>
            </a:extLst>
          </p:cNvPr>
          <p:cNvSpPr>
            <a:spLocks noGrp="1"/>
          </p:cNvSpPr>
          <p:nvPr>
            <p:ph idx="1"/>
          </p:nvPr>
        </p:nvSpPr>
        <p:spPr>
          <a:xfrm>
            <a:off x="5168881" y="1803241"/>
            <a:ext cx="6088247" cy="4351338"/>
          </a:xfrm>
        </p:spPr>
        <p:txBody>
          <a:bodyPr>
            <a:normAutofit/>
          </a:bodyPr>
          <a:lstStyle/>
          <a:p>
            <a:pPr marL="0" indent="0">
              <a:buNone/>
            </a:pPr>
            <a:r>
              <a:rPr lang="en-NZ" sz="1200" dirty="0"/>
              <a:t> </a:t>
            </a:r>
          </a:p>
          <a:p>
            <a:pPr marL="0" indent="0">
              <a:buNone/>
            </a:pPr>
            <a:r>
              <a:rPr lang="en-NZ" sz="1400" dirty="0"/>
              <a:t>- </a:t>
            </a:r>
            <a:r>
              <a:rPr lang="en-NZ" sz="1800" dirty="0"/>
              <a:t>Summary</a:t>
            </a:r>
          </a:p>
          <a:p>
            <a:pPr marL="457200" lvl="1" indent="0">
              <a:buNone/>
            </a:pPr>
            <a:r>
              <a:rPr lang="en-NZ" sz="1400" dirty="0"/>
              <a:t>- All the features has got effect on the price of the ticket.</a:t>
            </a:r>
          </a:p>
          <a:p>
            <a:pPr marL="457200" lvl="1" indent="0">
              <a:buNone/>
            </a:pPr>
            <a:endParaRPr lang="en-NZ" sz="1400" dirty="0"/>
          </a:p>
          <a:p>
            <a:pPr marL="457200" lvl="1" indent="0">
              <a:buNone/>
            </a:pPr>
            <a:endParaRPr lang="en-NZ" sz="1400" dirty="0"/>
          </a:p>
          <a:p>
            <a:pPr>
              <a:buFontTx/>
              <a:buChar char="-"/>
            </a:pPr>
            <a:r>
              <a:rPr lang="en-NZ" sz="1800" dirty="0"/>
              <a:t>Next steps</a:t>
            </a:r>
          </a:p>
          <a:p>
            <a:pPr lvl="1">
              <a:buFontTx/>
              <a:buChar char="-"/>
            </a:pPr>
            <a:r>
              <a:rPr lang="en-NZ" sz="1400" dirty="0"/>
              <a:t>There are also some other features that also determine the price like types of in house service, quality and frequency of service, destination and most important is the time when you buy the tickets.</a:t>
            </a:r>
          </a:p>
          <a:p>
            <a:pPr lvl="1">
              <a:buFontTx/>
              <a:buChar char="-"/>
            </a:pPr>
            <a:endParaRPr lang="en-NZ" sz="1400" dirty="0"/>
          </a:p>
          <a:p>
            <a:pPr lvl="1">
              <a:buFontTx/>
              <a:buChar char="-"/>
            </a:pPr>
            <a:r>
              <a:rPr lang="en-NZ" sz="1400" dirty="0"/>
              <a:t> So the next step would be to gather more features and do further analysis.</a:t>
            </a:r>
          </a:p>
          <a:p>
            <a:pPr lvl="1">
              <a:buFontTx/>
              <a:buChar char="-"/>
            </a:pPr>
            <a:endParaRPr lang="en-NZ" sz="1400" dirty="0"/>
          </a:p>
          <a:p>
            <a:pPr lvl="1">
              <a:buFontTx/>
              <a:buChar char="-"/>
            </a:pPr>
            <a:endParaRPr lang="en-NZ" sz="1400" dirty="0"/>
          </a:p>
          <a:p>
            <a:pPr lvl="1">
              <a:buFontTx/>
              <a:buChar char="-"/>
            </a:pPr>
            <a:endParaRPr lang="en-NZ" sz="1400" dirty="0"/>
          </a:p>
          <a:p>
            <a:pPr marL="457200" lvl="1" indent="0">
              <a:buNone/>
            </a:pPr>
            <a:r>
              <a:rPr lang="en-NZ" sz="1400" dirty="0"/>
              <a:t> </a:t>
            </a:r>
          </a:p>
          <a:p>
            <a:pPr>
              <a:buFontTx/>
              <a:buChar char="-"/>
            </a:pPr>
            <a:endParaRPr lang="en-NZ" sz="1800" dirty="0"/>
          </a:p>
        </p:txBody>
      </p:sp>
    </p:spTree>
    <p:extLst>
      <p:ext uri="{BB962C8B-B14F-4D97-AF65-F5344CB8AC3E}">
        <p14:creationId xmlns:p14="http://schemas.microsoft.com/office/powerpoint/2010/main" val="7644417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71231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491</TotalTime>
  <Words>677</Words>
  <Application>Microsoft Office PowerPoint</Application>
  <PresentationFormat>Widescreen</PresentationFormat>
  <Paragraphs>228</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Calibri Light</vt:lpstr>
      <vt:lpstr>var(--jp-code-font-family)</vt:lpstr>
      <vt:lpstr>Office Theme</vt:lpstr>
      <vt:lpstr>Mini Project 1</vt:lpstr>
      <vt:lpstr>Business Context:  As you can see from the business prospective selling tickets at highest price as possible and passengers buying tickets at lowest price possible  There are some internal and external factors that affects the price when buying tickets</vt:lpstr>
      <vt:lpstr>Business Question?  </vt:lpstr>
      <vt:lpstr>Data Pipeline  </vt:lpstr>
      <vt:lpstr>Data Summary  </vt:lpstr>
      <vt:lpstr>Data Overview – Original Data  </vt:lpstr>
      <vt:lpstr>Data Overview – After wrangling  </vt:lpstr>
      <vt:lpstr>Exploratory Data Analysis  </vt:lpstr>
      <vt:lpstr> Data Correlation  </vt:lpstr>
      <vt:lpstr> Scatterplot of 2 features : Price and Duration  </vt:lpstr>
      <vt:lpstr> Scatterplot of 2 features : Price and Total Stops  </vt:lpstr>
      <vt:lpstr> Plotted distplot using mean sample Value  </vt:lpstr>
      <vt:lpstr> Normal Distributed Graph using mean sample Value  </vt:lpstr>
      <vt:lpstr>Hypothesis Testing  </vt:lpstr>
      <vt:lpstr>Conclusion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Divendra Raj</dc:creator>
  <cp:lastModifiedBy>Divendra Raj</cp:lastModifiedBy>
  <cp:revision>6</cp:revision>
  <dcterms:created xsi:type="dcterms:W3CDTF">2022-12-05T06:11:55Z</dcterms:created>
  <dcterms:modified xsi:type="dcterms:W3CDTF">2023-01-06T21:10:32Z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36198d6-5c69-44b2-a439-b311c8a3ba9e_Enabled">
    <vt:lpwstr>true</vt:lpwstr>
  </property>
  <property fmtid="{D5CDD505-2E9C-101B-9397-08002B2CF9AE}" pid="3" name="MSIP_Label_a36198d6-5c69-44b2-a439-b311c8a3ba9e_SetDate">
    <vt:lpwstr>2022-12-05T06:31:05Z</vt:lpwstr>
  </property>
  <property fmtid="{D5CDD505-2E9C-101B-9397-08002B2CF9AE}" pid="4" name="MSIP_Label_a36198d6-5c69-44b2-a439-b311c8a3ba9e_Method">
    <vt:lpwstr>Standard</vt:lpwstr>
  </property>
  <property fmtid="{D5CDD505-2E9C-101B-9397-08002B2CF9AE}" pid="5" name="MSIP_Label_a36198d6-5c69-44b2-a439-b311c8a3ba9e_Name">
    <vt:lpwstr>Trusted Partners (no RM)</vt:lpwstr>
  </property>
  <property fmtid="{D5CDD505-2E9C-101B-9397-08002B2CF9AE}" pid="6" name="MSIP_Label_a36198d6-5c69-44b2-a439-b311c8a3ba9e_SiteId">
    <vt:lpwstr>ce310dfd-2c96-4708-92cf-0665a23f4549</vt:lpwstr>
  </property>
  <property fmtid="{D5CDD505-2E9C-101B-9397-08002B2CF9AE}" pid="7" name="MSIP_Label_a36198d6-5c69-44b2-a439-b311c8a3ba9e_ActionId">
    <vt:lpwstr>55027e85-7850-49e5-b396-9ae33b5e68de</vt:lpwstr>
  </property>
  <property fmtid="{D5CDD505-2E9C-101B-9397-08002B2CF9AE}" pid="8" name="MSIP_Label_a36198d6-5c69-44b2-a439-b311c8a3ba9e_ContentBits">
    <vt:lpwstr>2</vt:lpwstr>
  </property>
  <property fmtid="{D5CDD505-2E9C-101B-9397-08002B2CF9AE}" pid="9" name="ClassificationContentMarkingFooterLocations">
    <vt:lpwstr>Office Theme:8</vt:lpwstr>
  </property>
  <property fmtid="{D5CDD505-2E9C-101B-9397-08002B2CF9AE}" pid="10" name="ClassificationContentMarkingFooterText">
    <vt:lpwstr>Protected: TFNZ Partners Only. </vt:lpwstr>
  </property>
</Properties>
</file>