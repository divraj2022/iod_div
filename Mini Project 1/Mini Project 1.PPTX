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73" r:id="rId7"/>
    <p:sldId id="275" r:id="rId8"/>
    <p:sldId id="274" r:id="rId9"/>
    <p:sldId id="276" r:id="rId10"/>
    <p:sldId id="267" r:id="rId11"/>
    <p:sldId id="268" r:id="rId12"/>
    <p:sldId id="272"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203941-8EF8-4A5C-BD6B-A7E26B9FE112}" type="doc">
      <dgm:prSet loTypeId="urn:microsoft.com/office/officeart/2009/3/layout/PhasedProcess" loCatId="process" qsTypeId="urn:microsoft.com/office/officeart/2005/8/quickstyle/simple1" qsCatId="simple" csTypeId="urn:microsoft.com/office/officeart/2005/8/colors/accent1_2" csCatId="accent1" phldr="1"/>
      <dgm:spPr/>
      <dgm:t>
        <a:bodyPr/>
        <a:lstStyle/>
        <a:p>
          <a:endParaRPr lang="en-NZ"/>
        </a:p>
      </dgm:t>
    </dgm:pt>
    <dgm:pt modelId="{30A4CD09-1E9A-45C3-A3A2-4A42599BF73B}">
      <dgm:prSet phldrT="[Text]"/>
      <dgm:spPr/>
      <dgm:t>
        <a:bodyPr/>
        <a:lstStyle/>
        <a:p>
          <a:r>
            <a:rPr lang="en-NZ" dirty="0">
              <a:solidFill>
                <a:schemeClr val="bg1"/>
              </a:solidFill>
            </a:rPr>
            <a:t>Data</a:t>
          </a:r>
        </a:p>
      </dgm:t>
    </dgm:pt>
    <dgm:pt modelId="{6CB45CEA-2111-4E86-8EAB-8654A2C07365}" type="parTrans" cxnId="{970DB710-F054-4DBA-BF16-6985E6960BA0}">
      <dgm:prSet/>
      <dgm:spPr/>
      <dgm:t>
        <a:bodyPr/>
        <a:lstStyle/>
        <a:p>
          <a:endParaRPr lang="en-NZ"/>
        </a:p>
      </dgm:t>
    </dgm:pt>
    <dgm:pt modelId="{849EFD58-02A3-4626-AF0C-E227A2F10755}" type="sibTrans" cxnId="{970DB710-F054-4DBA-BF16-6985E6960BA0}">
      <dgm:prSet/>
      <dgm:spPr/>
      <dgm:t>
        <a:bodyPr/>
        <a:lstStyle/>
        <a:p>
          <a:endParaRPr lang="en-NZ"/>
        </a:p>
      </dgm:t>
    </dgm:pt>
    <dgm:pt modelId="{B1A9F7DD-E3F3-44C9-9D92-B7966E714F7E}">
      <dgm:prSet phldrT="[Text]" custT="1"/>
      <dgm:spPr/>
      <dgm:t>
        <a:bodyPr/>
        <a:lstStyle/>
        <a:p>
          <a:r>
            <a:rPr lang="en-NZ" sz="1000" dirty="0">
              <a:solidFill>
                <a:schemeClr val="bg1"/>
              </a:solidFill>
            </a:rPr>
            <a:t>Importing</a:t>
          </a:r>
        </a:p>
      </dgm:t>
    </dgm:pt>
    <dgm:pt modelId="{0955AB1E-EE76-4D1D-8F5E-FC46CE1E6FDA}" type="parTrans" cxnId="{E72DFB39-1E52-4214-84AA-36102C4670B6}">
      <dgm:prSet/>
      <dgm:spPr/>
      <dgm:t>
        <a:bodyPr/>
        <a:lstStyle/>
        <a:p>
          <a:endParaRPr lang="en-NZ"/>
        </a:p>
      </dgm:t>
    </dgm:pt>
    <dgm:pt modelId="{53E8DE5F-C946-4C14-8E76-6150A5CF7D4F}" type="sibTrans" cxnId="{E72DFB39-1E52-4214-84AA-36102C4670B6}">
      <dgm:prSet/>
      <dgm:spPr/>
      <dgm:t>
        <a:bodyPr/>
        <a:lstStyle/>
        <a:p>
          <a:endParaRPr lang="en-NZ"/>
        </a:p>
      </dgm:t>
    </dgm:pt>
    <dgm:pt modelId="{AFFEF088-7DAA-44A1-AC69-E103CEBF6626}">
      <dgm:prSet phldrT="[Text]" custT="1"/>
      <dgm:spPr/>
      <dgm:t>
        <a:bodyPr/>
        <a:lstStyle/>
        <a:p>
          <a:r>
            <a:rPr lang="en-NZ" sz="1000" dirty="0">
              <a:solidFill>
                <a:schemeClr val="bg1"/>
              </a:solidFill>
            </a:rPr>
            <a:t>Cleaning</a:t>
          </a:r>
        </a:p>
      </dgm:t>
    </dgm:pt>
    <dgm:pt modelId="{5D48608C-3D34-4CC2-84B9-8D3FC119750B}" type="parTrans" cxnId="{0A80A2B2-1A3E-4987-BEB2-61038127597B}">
      <dgm:prSet/>
      <dgm:spPr/>
      <dgm:t>
        <a:bodyPr/>
        <a:lstStyle/>
        <a:p>
          <a:endParaRPr lang="en-NZ"/>
        </a:p>
      </dgm:t>
    </dgm:pt>
    <dgm:pt modelId="{FE562ABF-4010-4343-8456-6F210C022D96}" type="sibTrans" cxnId="{0A80A2B2-1A3E-4987-BEB2-61038127597B}">
      <dgm:prSet/>
      <dgm:spPr/>
      <dgm:t>
        <a:bodyPr/>
        <a:lstStyle/>
        <a:p>
          <a:endParaRPr lang="en-NZ"/>
        </a:p>
      </dgm:t>
    </dgm:pt>
    <dgm:pt modelId="{D9D21C65-6651-4E5F-8D95-AB341C01EF63}">
      <dgm:prSet phldrT="[Text]" custT="1"/>
      <dgm:spPr/>
      <dgm:t>
        <a:bodyPr/>
        <a:lstStyle/>
        <a:p>
          <a:r>
            <a:rPr lang="en-NZ" sz="1000" dirty="0">
              <a:solidFill>
                <a:schemeClr val="bg1"/>
              </a:solidFill>
            </a:rPr>
            <a:t>Understanding</a:t>
          </a:r>
        </a:p>
      </dgm:t>
    </dgm:pt>
    <dgm:pt modelId="{FA7324D0-E571-462F-A656-F6D1CD5BB2D4}" type="parTrans" cxnId="{08C3BE4C-B271-4322-BD06-53AB4F208754}">
      <dgm:prSet/>
      <dgm:spPr/>
      <dgm:t>
        <a:bodyPr/>
        <a:lstStyle/>
        <a:p>
          <a:endParaRPr lang="en-NZ"/>
        </a:p>
      </dgm:t>
    </dgm:pt>
    <dgm:pt modelId="{A44E8050-C66B-4BDB-80E4-66C87EBD3E4F}" type="sibTrans" cxnId="{08C3BE4C-B271-4322-BD06-53AB4F208754}">
      <dgm:prSet/>
      <dgm:spPr/>
      <dgm:t>
        <a:bodyPr/>
        <a:lstStyle/>
        <a:p>
          <a:endParaRPr lang="en-NZ"/>
        </a:p>
      </dgm:t>
    </dgm:pt>
    <dgm:pt modelId="{9CB8A637-6822-4E84-A21C-0D02E655A1DD}">
      <dgm:prSet phldrT="[Text]"/>
      <dgm:spPr/>
      <dgm:t>
        <a:bodyPr/>
        <a:lstStyle/>
        <a:p>
          <a:r>
            <a:rPr lang="en-NZ" dirty="0">
              <a:solidFill>
                <a:schemeClr val="bg1"/>
              </a:solidFill>
            </a:rPr>
            <a:t>Data</a:t>
          </a:r>
          <a:r>
            <a:rPr lang="en-NZ" dirty="0"/>
            <a:t> </a:t>
          </a:r>
          <a:r>
            <a:rPr lang="en-NZ" dirty="0">
              <a:solidFill>
                <a:schemeClr val="bg1"/>
              </a:solidFill>
            </a:rPr>
            <a:t>Modelling</a:t>
          </a:r>
        </a:p>
      </dgm:t>
    </dgm:pt>
    <dgm:pt modelId="{5FF44E48-2476-4678-8752-9F09E8C4D9FD}" type="parTrans" cxnId="{C216871B-F24E-430C-86EA-BD2675FCD7FE}">
      <dgm:prSet/>
      <dgm:spPr/>
      <dgm:t>
        <a:bodyPr/>
        <a:lstStyle/>
        <a:p>
          <a:endParaRPr lang="en-NZ"/>
        </a:p>
      </dgm:t>
    </dgm:pt>
    <dgm:pt modelId="{423BB898-069A-4FD9-9FC9-3980762FE387}" type="sibTrans" cxnId="{C216871B-F24E-430C-86EA-BD2675FCD7FE}">
      <dgm:prSet/>
      <dgm:spPr/>
      <dgm:t>
        <a:bodyPr/>
        <a:lstStyle/>
        <a:p>
          <a:endParaRPr lang="en-NZ"/>
        </a:p>
      </dgm:t>
    </dgm:pt>
    <dgm:pt modelId="{3EC047A2-6E8D-4362-9C80-B777E89B217A}">
      <dgm:prSet phldrT="[Text]"/>
      <dgm:spPr/>
      <dgm:t>
        <a:bodyPr/>
        <a:lstStyle/>
        <a:p>
          <a:r>
            <a:rPr lang="en-NZ" dirty="0">
              <a:solidFill>
                <a:schemeClr val="bg1"/>
              </a:solidFill>
            </a:rPr>
            <a:t>Data Visualisation</a:t>
          </a:r>
        </a:p>
      </dgm:t>
    </dgm:pt>
    <dgm:pt modelId="{8527948D-C8EC-4881-8914-59950AE8AE4B}" type="parTrans" cxnId="{296D7000-A903-4E69-A5F9-9A33C624FBBA}">
      <dgm:prSet/>
      <dgm:spPr/>
      <dgm:t>
        <a:bodyPr/>
        <a:lstStyle/>
        <a:p>
          <a:endParaRPr lang="en-NZ"/>
        </a:p>
      </dgm:t>
    </dgm:pt>
    <dgm:pt modelId="{C6260FF7-3EB9-4A3F-A790-F9DBA453269E}" type="sibTrans" cxnId="{296D7000-A903-4E69-A5F9-9A33C624FBBA}">
      <dgm:prSet/>
      <dgm:spPr/>
      <dgm:t>
        <a:bodyPr/>
        <a:lstStyle/>
        <a:p>
          <a:endParaRPr lang="en-NZ"/>
        </a:p>
      </dgm:t>
    </dgm:pt>
    <dgm:pt modelId="{EF570E5D-91E4-4805-9494-B1417B991B05}">
      <dgm:prSet phldrT="[Text]"/>
      <dgm:spPr/>
      <dgm:t>
        <a:bodyPr/>
        <a:lstStyle/>
        <a:p>
          <a:r>
            <a:rPr lang="en-NZ" dirty="0">
              <a:solidFill>
                <a:schemeClr val="bg1"/>
              </a:solidFill>
            </a:rPr>
            <a:t>Testing and Results</a:t>
          </a:r>
        </a:p>
      </dgm:t>
    </dgm:pt>
    <dgm:pt modelId="{DFCA7BA5-64DA-4AD3-8CA6-8D7142BC5486}" type="parTrans" cxnId="{09C009FC-9A3A-4DAD-9DDE-8EAC101EF1C8}">
      <dgm:prSet/>
      <dgm:spPr/>
      <dgm:t>
        <a:bodyPr/>
        <a:lstStyle/>
        <a:p>
          <a:endParaRPr lang="en-NZ"/>
        </a:p>
      </dgm:t>
    </dgm:pt>
    <dgm:pt modelId="{7D323D42-CB23-4B2C-BA43-8C9118A25A15}" type="sibTrans" cxnId="{09C009FC-9A3A-4DAD-9DDE-8EAC101EF1C8}">
      <dgm:prSet/>
      <dgm:spPr/>
      <dgm:t>
        <a:bodyPr/>
        <a:lstStyle/>
        <a:p>
          <a:endParaRPr lang="en-NZ"/>
        </a:p>
      </dgm:t>
    </dgm:pt>
    <dgm:pt modelId="{5CBF5082-792C-4D42-904F-19DB3CE7B5E3}">
      <dgm:prSet phldrT="[Text]"/>
      <dgm:spPr/>
      <dgm:t>
        <a:bodyPr/>
        <a:lstStyle/>
        <a:p>
          <a:r>
            <a:rPr lang="en-NZ" dirty="0">
              <a:solidFill>
                <a:schemeClr val="bg1"/>
              </a:solidFill>
            </a:rPr>
            <a:t>Next Step</a:t>
          </a:r>
        </a:p>
      </dgm:t>
    </dgm:pt>
    <dgm:pt modelId="{3F7E3D88-130D-422A-A853-33A957AFE00C}" type="parTrans" cxnId="{7034E285-1875-4498-B641-A07BFEC07C95}">
      <dgm:prSet/>
      <dgm:spPr/>
      <dgm:t>
        <a:bodyPr/>
        <a:lstStyle/>
        <a:p>
          <a:endParaRPr lang="en-NZ"/>
        </a:p>
      </dgm:t>
    </dgm:pt>
    <dgm:pt modelId="{863CC69D-1C45-4B69-89C2-873D402ED80B}" type="sibTrans" cxnId="{7034E285-1875-4498-B641-A07BFEC07C95}">
      <dgm:prSet/>
      <dgm:spPr/>
      <dgm:t>
        <a:bodyPr/>
        <a:lstStyle/>
        <a:p>
          <a:endParaRPr lang="en-NZ"/>
        </a:p>
      </dgm:t>
    </dgm:pt>
    <dgm:pt modelId="{3D82C9F2-D823-47D7-A93E-0D8EDE3202E4}">
      <dgm:prSet phldrT="[Text]"/>
      <dgm:spPr/>
      <dgm:t>
        <a:bodyPr/>
        <a:lstStyle/>
        <a:p>
          <a:r>
            <a:rPr lang="en-NZ" dirty="0"/>
            <a:t>More  Testing</a:t>
          </a:r>
        </a:p>
      </dgm:t>
    </dgm:pt>
    <dgm:pt modelId="{06CAE680-40BB-4829-8C66-C2354B137ED5}" type="parTrans" cxnId="{84F7A4F9-8815-4F93-8894-E896346FF49F}">
      <dgm:prSet/>
      <dgm:spPr/>
      <dgm:t>
        <a:bodyPr/>
        <a:lstStyle/>
        <a:p>
          <a:endParaRPr lang="en-NZ"/>
        </a:p>
      </dgm:t>
    </dgm:pt>
    <dgm:pt modelId="{23F8F8C9-422B-4482-8853-1F1EC425CB49}" type="sibTrans" cxnId="{84F7A4F9-8815-4F93-8894-E896346FF49F}">
      <dgm:prSet/>
      <dgm:spPr/>
      <dgm:t>
        <a:bodyPr/>
        <a:lstStyle/>
        <a:p>
          <a:endParaRPr lang="en-NZ"/>
        </a:p>
      </dgm:t>
    </dgm:pt>
    <dgm:pt modelId="{3BFFA591-1946-42C2-BE54-74EC0F0813AA}" type="pres">
      <dgm:prSet presAssocID="{A0203941-8EF8-4A5C-BD6B-A7E26B9FE112}" presName="Name0" presStyleCnt="0">
        <dgm:presLayoutVars>
          <dgm:chMax val="3"/>
          <dgm:chPref val="3"/>
          <dgm:bulletEnabled val="1"/>
          <dgm:dir/>
          <dgm:animLvl val="lvl"/>
        </dgm:presLayoutVars>
      </dgm:prSet>
      <dgm:spPr/>
    </dgm:pt>
    <dgm:pt modelId="{054B4D3F-8777-4104-8AD4-1B14A98FDF96}" type="pres">
      <dgm:prSet presAssocID="{A0203941-8EF8-4A5C-BD6B-A7E26B9FE112}" presName="arc1" presStyleLbl="node1" presStyleIdx="0" presStyleCnt="4" custScaleX="77530" custScaleY="83586" custLinFactNeighborX="51292" custLinFactNeighborY="2507"/>
      <dgm:spPr/>
    </dgm:pt>
    <dgm:pt modelId="{A6BF6085-287D-4AA2-99D5-865FFC9D4439}" type="pres">
      <dgm:prSet presAssocID="{A0203941-8EF8-4A5C-BD6B-A7E26B9FE112}" presName="arc3" presStyleLbl="node1" presStyleIdx="1" presStyleCnt="4" custScaleX="73295" custScaleY="94042" custLinFactNeighborX="25093" custLinFactNeighborY="358"/>
      <dgm:spPr/>
    </dgm:pt>
    <dgm:pt modelId="{7C3706C0-A233-4BB2-ADC3-429EA1E2D1A4}" type="pres">
      <dgm:prSet presAssocID="{A0203941-8EF8-4A5C-BD6B-A7E26B9FE112}" presName="parentText2" presStyleLbl="revTx" presStyleIdx="0" presStyleCnt="3" custLinFactNeighborX="42922" custLinFactNeighborY="-1790">
        <dgm:presLayoutVars>
          <dgm:chMax val="4"/>
          <dgm:chPref val="3"/>
          <dgm:bulletEnabled val="1"/>
        </dgm:presLayoutVars>
      </dgm:prSet>
      <dgm:spPr/>
    </dgm:pt>
    <dgm:pt modelId="{D98C5DDE-B506-4918-95EA-4DA5C8B47251}" type="pres">
      <dgm:prSet presAssocID="{A0203941-8EF8-4A5C-BD6B-A7E26B9FE112}" presName="arc2" presStyleLbl="node1" presStyleIdx="2" presStyleCnt="4" custScaleX="80129" custScaleY="83586" custLinFactNeighborX="46507" custLinFactNeighborY="2507"/>
      <dgm:spPr/>
    </dgm:pt>
    <dgm:pt modelId="{B0219A01-6493-4C5B-8D56-116B0A6415AC}" type="pres">
      <dgm:prSet presAssocID="{A0203941-8EF8-4A5C-BD6B-A7E26B9FE112}" presName="arc4" presStyleLbl="node1" presStyleIdx="3" presStyleCnt="4" custScaleX="71872" custLinFactNeighborX="20410" custLinFactNeighborY="1074"/>
      <dgm:spPr/>
    </dgm:pt>
    <dgm:pt modelId="{10667092-8435-4F30-BF21-A1F6303655F9}" type="pres">
      <dgm:prSet presAssocID="{A0203941-8EF8-4A5C-BD6B-A7E26B9FE112}" presName="parentText3" presStyleLbl="revTx" presStyleIdx="1" presStyleCnt="3" custLinFactNeighborX="26440">
        <dgm:presLayoutVars>
          <dgm:chMax val="1"/>
          <dgm:chPref val="1"/>
          <dgm:bulletEnabled val="1"/>
        </dgm:presLayoutVars>
      </dgm:prSet>
      <dgm:spPr/>
    </dgm:pt>
    <dgm:pt modelId="{27C22744-7FAA-4AEA-8D55-AFAD1EB7CE80}" type="pres">
      <dgm:prSet presAssocID="{A0203941-8EF8-4A5C-BD6B-A7E26B9FE112}" presName="middleComposite" presStyleCnt="0"/>
      <dgm:spPr/>
    </dgm:pt>
    <dgm:pt modelId="{9C2C97DF-7EA2-4AE1-9A49-A926BEC01E74}" type="pres">
      <dgm:prSet presAssocID="{3EC047A2-6E8D-4362-9C80-B777E89B217A}" presName="circ1" presStyleLbl="vennNode1" presStyleIdx="0" presStyleCnt="8" custLinFactNeighborX="82750" custLinFactNeighborY="-4129"/>
      <dgm:spPr/>
    </dgm:pt>
    <dgm:pt modelId="{2159206B-1810-4FD8-A789-FA2302768FD1}" type="pres">
      <dgm:prSet presAssocID="{3EC047A2-6E8D-4362-9C80-B777E89B217A}" presName="circ1Tx" presStyleLbl="revTx" presStyleIdx="1" presStyleCnt="3">
        <dgm:presLayoutVars>
          <dgm:chMax val="0"/>
          <dgm:chPref val="0"/>
        </dgm:presLayoutVars>
      </dgm:prSet>
      <dgm:spPr/>
    </dgm:pt>
    <dgm:pt modelId="{74B86726-0ECD-49BD-BC20-5A63B501B067}" type="pres">
      <dgm:prSet presAssocID="{EF570E5D-91E4-4805-9494-B1417B991B05}" presName="circ2" presStyleLbl="vennNode1" presStyleIdx="1" presStyleCnt="8" custLinFactNeighborX="87542" custLinFactNeighborY="-4128"/>
      <dgm:spPr/>
    </dgm:pt>
    <dgm:pt modelId="{29A6777D-133C-4C1C-AEA0-0D320AC0A7E3}" type="pres">
      <dgm:prSet presAssocID="{EF570E5D-91E4-4805-9494-B1417B991B05}" presName="circ2Tx" presStyleLbl="revTx" presStyleIdx="1" presStyleCnt="3">
        <dgm:presLayoutVars>
          <dgm:chMax val="0"/>
          <dgm:chPref val="0"/>
        </dgm:presLayoutVars>
      </dgm:prSet>
      <dgm:spPr/>
    </dgm:pt>
    <dgm:pt modelId="{1C262378-7BF3-4697-943D-44883BFD748A}" type="pres">
      <dgm:prSet presAssocID="{A0203941-8EF8-4A5C-BD6B-A7E26B9FE112}" presName="leftComposite" presStyleCnt="0"/>
      <dgm:spPr/>
    </dgm:pt>
    <dgm:pt modelId="{7BBDDEA4-EB49-42AE-B53B-882C3F479091}" type="pres">
      <dgm:prSet presAssocID="{B1A9F7DD-E3F3-44C9-9D92-B7966E714F7E}" presName="childText1_1" presStyleLbl="vennNode1" presStyleIdx="2" presStyleCnt="8" custScaleX="126329" custLinFactNeighborX="71116" custLinFactNeighborY="7842">
        <dgm:presLayoutVars>
          <dgm:chMax val="0"/>
          <dgm:chPref val="0"/>
        </dgm:presLayoutVars>
      </dgm:prSet>
      <dgm:spPr/>
    </dgm:pt>
    <dgm:pt modelId="{F982F70B-FB61-4D14-B17B-7122E62318F2}" type="pres">
      <dgm:prSet presAssocID="{B1A9F7DD-E3F3-44C9-9D92-B7966E714F7E}" presName="ellipse1" presStyleLbl="vennNode1" presStyleIdx="3" presStyleCnt="8" custLinFactNeighborX="33966" custLinFactNeighborY="11509"/>
      <dgm:spPr/>
    </dgm:pt>
    <dgm:pt modelId="{58065A01-21EC-45E4-946C-12BE036E3CCF}" type="pres">
      <dgm:prSet presAssocID="{B1A9F7DD-E3F3-44C9-9D92-B7966E714F7E}" presName="ellipse2" presStyleLbl="vennNode1" presStyleIdx="4" presStyleCnt="8" custLinFactX="144033" custLinFactNeighborX="200000" custLinFactNeighborY="33645"/>
      <dgm:spPr/>
    </dgm:pt>
    <dgm:pt modelId="{694399C8-62F2-49B0-9B6B-C62C5CCBB9DA}" type="pres">
      <dgm:prSet presAssocID="{AFFEF088-7DAA-44A1-AC69-E103CEBF6626}" presName="childText1_2" presStyleLbl="vennNode1" presStyleIdx="5" presStyleCnt="8" custScaleX="126329" custLinFactX="20037" custLinFactNeighborX="100000" custLinFactNeighborY="-1885">
        <dgm:presLayoutVars>
          <dgm:chMax val="0"/>
          <dgm:chPref val="0"/>
        </dgm:presLayoutVars>
      </dgm:prSet>
      <dgm:spPr/>
    </dgm:pt>
    <dgm:pt modelId="{86107ED0-9094-411B-8353-62A080EBD6BA}" type="pres">
      <dgm:prSet presAssocID="{AFFEF088-7DAA-44A1-AC69-E103CEBF6626}" presName="ellipse3" presStyleLbl="vennNode1" presStyleIdx="6" presStyleCnt="8" custLinFactX="179623" custLinFactNeighborX="200000" custLinFactNeighborY="15828"/>
      <dgm:spPr/>
    </dgm:pt>
    <dgm:pt modelId="{2FBE3E93-CE33-4B5C-BEDC-6FE7A1D4DFCF}" type="pres">
      <dgm:prSet presAssocID="{D9D21C65-6651-4E5F-8D95-AB341C01EF63}" presName="childText1_3" presStyleLbl="vennNode1" presStyleIdx="7" presStyleCnt="8" custScaleX="193179" custLinFactNeighborX="59582" custLinFactNeighborY="-3815">
        <dgm:presLayoutVars>
          <dgm:chMax val="0"/>
          <dgm:chPref val="0"/>
        </dgm:presLayoutVars>
      </dgm:prSet>
      <dgm:spPr/>
    </dgm:pt>
    <dgm:pt modelId="{7F9FD2F2-436B-4A93-8D72-C7CB84204F70}" type="pres">
      <dgm:prSet presAssocID="{A0203941-8EF8-4A5C-BD6B-A7E26B9FE112}" presName="rightChild" presStyleLbl="node2" presStyleIdx="0" presStyleCnt="1" custScaleX="67418" custScaleY="57739" custLinFactNeighborX="32187" custLinFactNeighborY="858">
        <dgm:presLayoutVars>
          <dgm:chMax val="0"/>
          <dgm:chPref val="0"/>
        </dgm:presLayoutVars>
      </dgm:prSet>
      <dgm:spPr/>
    </dgm:pt>
    <dgm:pt modelId="{5D19DFD7-FD47-44F6-AAF2-565FA8DE8B19}" type="pres">
      <dgm:prSet presAssocID="{A0203941-8EF8-4A5C-BD6B-A7E26B9FE112}" presName="parentText1" presStyleLbl="revTx" presStyleIdx="2" presStyleCnt="3" custLinFactNeighborX="29885" custLinFactNeighborY="-5370">
        <dgm:presLayoutVars>
          <dgm:chMax val="4"/>
          <dgm:chPref val="3"/>
          <dgm:bulletEnabled val="1"/>
        </dgm:presLayoutVars>
      </dgm:prSet>
      <dgm:spPr/>
    </dgm:pt>
  </dgm:ptLst>
  <dgm:cxnLst>
    <dgm:cxn modelId="{296D7000-A903-4E69-A5F9-9A33C624FBBA}" srcId="{9CB8A637-6822-4E84-A21C-0D02E655A1DD}" destId="{3EC047A2-6E8D-4362-9C80-B777E89B217A}" srcOrd="0" destOrd="0" parTransId="{8527948D-C8EC-4881-8914-59950AE8AE4B}" sibTransId="{C6260FF7-3EB9-4A3F-A790-F9DBA453269E}"/>
    <dgm:cxn modelId="{970DB710-F054-4DBA-BF16-6985E6960BA0}" srcId="{A0203941-8EF8-4A5C-BD6B-A7E26B9FE112}" destId="{30A4CD09-1E9A-45C3-A3A2-4A42599BF73B}" srcOrd="0" destOrd="0" parTransId="{6CB45CEA-2111-4E86-8EAB-8654A2C07365}" sibTransId="{849EFD58-02A3-4626-AF0C-E227A2F10755}"/>
    <dgm:cxn modelId="{C216871B-F24E-430C-86EA-BD2675FCD7FE}" srcId="{A0203941-8EF8-4A5C-BD6B-A7E26B9FE112}" destId="{9CB8A637-6822-4E84-A21C-0D02E655A1DD}" srcOrd="1" destOrd="0" parTransId="{5FF44E48-2476-4678-8752-9F09E8C4D9FD}" sibTransId="{423BB898-069A-4FD9-9FC9-3980762FE387}"/>
    <dgm:cxn modelId="{28FDA51C-060A-47A1-99A5-B39856E8AB86}" type="presOf" srcId="{3EC047A2-6E8D-4362-9C80-B777E89B217A}" destId="{2159206B-1810-4FD8-A789-FA2302768FD1}" srcOrd="1" destOrd="0" presId="urn:microsoft.com/office/officeart/2009/3/layout/PhasedProcess"/>
    <dgm:cxn modelId="{2444A72E-0E40-46B5-A48C-B9ACC08AEE1F}" type="presOf" srcId="{EF570E5D-91E4-4805-9494-B1417B991B05}" destId="{29A6777D-133C-4C1C-AEA0-0D320AC0A7E3}" srcOrd="1" destOrd="0" presId="urn:microsoft.com/office/officeart/2009/3/layout/PhasedProcess"/>
    <dgm:cxn modelId="{C44F5830-7B2B-49DB-B54E-50F52C0A0D4F}" type="presOf" srcId="{3EC047A2-6E8D-4362-9C80-B777E89B217A}" destId="{9C2C97DF-7EA2-4AE1-9A49-A926BEC01E74}" srcOrd="0" destOrd="0" presId="urn:microsoft.com/office/officeart/2009/3/layout/PhasedProcess"/>
    <dgm:cxn modelId="{E72DFB39-1E52-4214-84AA-36102C4670B6}" srcId="{30A4CD09-1E9A-45C3-A3A2-4A42599BF73B}" destId="{B1A9F7DD-E3F3-44C9-9D92-B7966E714F7E}" srcOrd="0" destOrd="0" parTransId="{0955AB1E-EE76-4D1D-8F5E-FC46CE1E6FDA}" sibTransId="{53E8DE5F-C946-4C14-8E76-6150A5CF7D4F}"/>
    <dgm:cxn modelId="{1DE69B44-7D12-49DE-B318-AE7C851328F1}" type="presOf" srcId="{5CBF5082-792C-4D42-904F-19DB3CE7B5E3}" destId="{10667092-8435-4F30-BF21-A1F6303655F9}" srcOrd="0" destOrd="0" presId="urn:microsoft.com/office/officeart/2009/3/layout/PhasedProcess"/>
    <dgm:cxn modelId="{0460E269-A949-4562-9659-760BCFCB278D}" type="presOf" srcId="{EF570E5D-91E4-4805-9494-B1417B991B05}" destId="{74B86726-0ECD-49BD-BC20-5A63B501B067}" srcOrd="0" destOrd="0" presId="urn:microsoft.com/office/officeart/2009/3/layout/PhasedProcess"/>
    <dgm:cxn modelId="{3328F54A-D6FC-4AE1-9EC7-D0886FCBABD3}" type="presOf" srcId="{D9D21C65-6651-4E5F-8D95-AB341C01EF63}" destId="{2FBE3E93-CE33-4B5C-BEDC-6FE7A1D4DFCF}" srcOrd="0" destOrd="0" presId="urn:microsoft.com/office/officeart/2009/3/layout/PhasedProcess"/>
    <dgm:cxn modelId="{08C3BE4C-B271-4322-BD06-53AB4F208754}" srcId="{30A4CD09-1E9A-45C3-A3A2-4A42599BF73B}" destId="{D9D21C65-6651-4E5F-8D95-AB341C01EF63}" srcOrd="2" destOrd="0" parTransId="{FA7324D0-E571-462F-A656-F6D1CD5BB2D4}" sibTransId="{A44E8050-C66B-4BDB-80E4-66C87EBD3E4F}"/>
    <dgm:cxn modelId="{5A49D64C-FE16-4AA0-A532-743E263FBF81}" type="presOf" srcId="{AFFEF088-7DAA-44A1-AC69-E103CEBF6626}" destId="{694399C8-62F2-49B0-9B6B-C62C5CCBB9DA}" srcOrd="0" destOrd="0" presId="urn:microsoft.com/office/officeart/2009/3/layout/PhasedProcess"/>
    <dgm:cxn modelId="{7034E285-1875-4498-B641-A07BFEC07C95}" srcId="{A0203941-8EF8-4A5C-BD6B-A7E26B9FE112}" destId="{5CBF5082-792C-4D42-904F-19DB3CE7B5E3}" srcOrd="2" destOrd="0" parTransId="{3F7E3D88-130D-422A-A853-33A957AFE00C}" sibTransId="{863CC69D-1C45-4B69-89C2-873D402ED80B}"/>
    <dgm:cxn modelId="{5374CF91-8DCE-4BD5-8689-8E90CE31B2CD}" type="presOf" srcId="{30A4CD09-1E9A-45C3-A3A2-4A42599BF73B}" destId="{5D19DFD7-FD47-44F6-AAF2-565FA8DE8B19}" srcOrd="0" destOrd="0" presId="urn:microsoft.com/office/officeart/2009/3/layout/PhasedProcess"/>
    <dgm:cxn modelId="{54E5AC96-3011-46DE-980A-6F2310C794B4}" type="presOf" srcId="{3D82C9F2-D823-47D7-A93E-0D8EDE3202E4}" destId="{7F9FD2F2-436B-4A93-8D72-C7CB84204F70}" srcOrd="0" destOrd="0" presId="urn:microsoft.com/office/officeart/2009/3/layout/PhasedProcess"/>
    <dgm:cxn modelId="{0A80A2B2-1A3E-4987-BEB2-61038127597B}" srcId="{30A4CD09-1E9A-45C3-A3A2-4A42599BF73B}" destId="{AFFEF088-7DAA-44A1-AC69-E103CEBF6626}" srcOrd="1" destOrd="0" parTransId="{5D48608C-3D34-4CC2-84B9-8D3FC119750B}" sibTransId="{FE562ABF-4010-4343-8456-6F210C022D96}"/>
    <dgm:cxn modelId="{547665BB-1EA5-4BD2-8210-430CD525A4BE}" type="presOf" srcId="{B1A9F7DD-E3F3-44C9-9D92-B7966E714F7E}" destId="{7BBDDEA4-EB49-42AE-B53B-882C3F479091}" srcOrd="0" destOrd="0" presId="urn:microsoft.com/office/officeart/2009/3/layout/PhasedProcess"/>
    <dgm:cxn modelId="{2C52A2C7-DD51-4420-96F8-762F7FB470C2}" type="presOf" srcId="{A0203941-8EF8-4A5C-BD6B-A7E26B9FE112}" destId="{3BFFA591-1946-42C2-BE54-74EC0F0813AA}" srcOrd="0" destOrd="0" presId="urn:microsoft.com/office/officeart/2009/3/layout/PhasedProcess"/>
    <dgm:cxn modelId="{3C8DC3ED-C05F-40F8-A8F6-877035905D35}" type="presOf" srcId="{9CB8A637-6822-4E84-A21C-0D02E655A1DD}" destId="{7C3706C0-A233-4BB2-ADC3-429EA1E2D1A4}" srcOrd="0" destOrd="0" presId="urn:microsoft.com/office/officeart/2009/3/layout/PhasedProcess"/>
    <dgm:cxn modelId="{84F7A4F9-8815-4F93-8894-E896346FF49F}" srcId="{5CBF5082-792C-4D42-904F-19DB3CE7B5E3}" destId="{3D82C9F2-D823-47D7-A93E-0D8EDE3202E4}" srcOrd="0" destOrd="0" parTransId="{06CAE680-40BB-4829-8C66-C2354B137ED5}" sibTransId="{23F8F8C9-422B-4482-8853-1F1EC425CB49}"/>
    <dgm:cxn modelId="{09C009FC-9A3A-4DAD-9DDE-8EAC101EF1C8}" srcId="{9CB8A637-6822-4E84-A21C-0D02E655A1DD}" destId="{EF570E5D-91E4-4805-9494-B1417B991B05}" srcOrd="1" destOrd="0" parTransId="{DFCA7BA5-64DA-4AD3-8CA6-8D7142BC5486}" sibTransId="{7D323D42-CB23-4B2C-BA43-8C9118A25A15}"/>
    <dgm:cxn modelId="{3636BAFA-90A9-49EF-9A3A-3DC9DD70E513}" type="presParOf" srcId="{3BFFA591-1946-42C2-BE54-74EC0F0813AA}" destId="{054B4D3F-8777-4104-8AD4-1B14A98FDF96}" srcOrd="0" destOrd="0" presId="urn:microsoft.com/office/officeart/2009/3/layout/PhasedProcess"/>
    <dgm:cxn modelId="{075A7B36-28FF-4CC2-8704-A8C697420641}" type="presParOf" srcId="{3BFFA591-1946-42C2-BE54-74EC0F0813AA}" destId="{A6BF6085-287D-4AA2-99D5-865FFC9D4439}" srcOrd="1" destOrd="0" presId="urn:microsoft.com/office/officeart/2009/3/layout/PhasedProcess"/>
    <dgm:cxn modelId="{59F0FA04-ADC3-4010-9769-F732ED7C25D8}" type="presParOf" srcId="{3BFFA591-1946-42C2-BE54-74EC0F0813AA}" destId="{7C3706C0-A233-4BB2-ADC3-429EA1E2D1A4}" srcOrd="2" destOrd="0" presId="urn:microsoft.com/office/officeart/2009/3/layout/PhasedProcess"/>
    <dgm:cxn modelId="{86458BA9-0C13-4191-9B40-21EF61A36392}" type="presParOf" srcId="{3BFFA591-1946-42C2-BE54-74EC0F0813AA}" destId="{D98C5DDE-B506-4918-95EA-4DA5C8B47251}" srcOrd="3" destOrd="0" presId="urn:microsoft.com/office/officeart/2009/3/layout/PhasedProcess"/>
    <dgm:cxn modelId="{FD4F8921-C6A4-47F5-922A-2FD7BE48E63E}" type="presParOf" srcId="{3BFFA591-1946-42C2-BE54-74EC0F0813AA}" destId="{B0219A01-6493-4C5B-8D56-116B0A6415AC}" srcOrd="4" destOrd="0" presId="urn:microsoft.com/office/officeart/2009/3/layout/PhasedProcess"/>
    <dgm:cxn modelId="{A3F96B1D-CB9A-4795-A1B5-3F2C6BA4DD45}" type="presParOf" srcId="{3BFFA591-1946-42C2-BE54-74EC0F0813AA}" destId="{10667092-8435-4F30-BF21-A1F6303655F9}" srcOrd="5" destOrd="0" presId="urn:microsoft.com/office/officeart/2009/3/layout/PhasedProcess"/>
    <dgm:cxn modelId="{3D5CA50D-0BC3-4C9E-9165-236C0FF656C3}" type="presParOf" srcId="{3BFFA591-1946-42C2-BE54-74EC0F0813AA}" destId="{27C22744-7FAA-4AEA-8D55-AFAD1EB7CE80}" srcOrd="6" destOrd="0" presId="urn:microsoft.com/office/officeart/2009/3/layout/PhasedProcess"/>
    <dgm:cxn modelId="{C266DB16-AD5E-4B79-A35B-6845C865FA3A}" type="presParOf" srcId="{27C22744-7FAA-4AEA-8D55-AFAD1EB7CE80}" destId="{9C2C97DF-7EA2-4AE1-9A49-A926BEC01E74}" srcOrd="0" destOrd="0" presId="urn:microsoft.com/office/officeart/2009/3/layout/PhasedProcess"/>
    <dgm:cxn modelId="{4FD7AA82-75AA-46AB-BD64-15B629C1D436}" type="presParOf" srcId="{27C22744-7FAA-4AEA-8D55-AFAD1EB7CE80}" destId="{2159206B-1810-4FD8-A789-FA2302768FD1}" srcOrd="1" destOrd="0" presId="urn:microsoft.com/office/officeart/2009/3/layout/PhasedProcess"/>
    <dgm:cxn modelId="{F28D7D98-D168-44B8-82C3-4E1BE94BF294}" type="presParOf" srcId="{27C22744-7FAA-4AEA-8D55-AFAD1EB7CE80}" destId="{74B86726-0ECD-49BD-BC20-5A63B501B067}" srcOrd="2" destOrd="0" presId="urn:microsoft.com/office/officeart/2009/3/layout/PhasedProcess"/>
    <dgm:cxn modelId="{E0CA0956-7244-4BF4-9139-A64C1157F4C0}" type="presParOf" srcId="{27C22744-7FAA-4AEA-8D55-AFAD1EB7CE80}" destId="{29A6777D-133C-4C1C-AEA0-0D320AC0A7E3}" srcOrd="3" destOrd="0" presId="urn:microsoft.com/office/officeart/2009/3/layout/PhasedProcess"/>
    <dgm:cxn modelId="{F76A5F1F-C0EC-4533-8E2E-A09BCB6A3214}" type="presParOf" srcId="{3BFFA591-1946-42C2-BE54-74EC0F0813AA}" destId="{1C262378-7BF3-4697-943D-44883BFD748A}" srcOrd="7" destOrd="0" presId="urn:microsoft.com/office/officeart/2009/3/layout/PhasedProcess"/>
    <dgm:cxn modelId="{169FCAEF-497D-4AB9-8576-56BC0A9AEA51}" type="presParOf" srcId="{1C262378-7BF3-4697-943D-44883BFD748A}" destId="{7BBDDEA4-EB49-42AE-B53B-882C3F479091}" srcOrd="0" destOrd="0" presId="urn:microsoft.com/office/officeart/2009/3/layout/PhasedProcess"/>
    <dgm:cxn modelId="{84F384C4-68E9-43DD-A26B-B1357C25A604}" type="presParOf" srcId="{1C262378-7BF3-4697-943D-44883BFD748A}" destId="{F982F70B-FB61-4D14-B17B-7122E62318F2}" srcOrd="1" destOrd="0" presId="urn:microsoft.com/office/officeart/2009/3/layout/PhasedProcess"/>
    <dgm:cxn modelId="{10598D20-5784-4EB4-B46B-C1D52F92A4E3}" type="presParOf" srcId="{1C262378-7BF3-4697-943D-44883BFD748A}" destId="{58065A01-21EC-45E4-946C-12BE036E3CCF}" srcOrd="2" destOrd="0" presId="urn:microsoft.com/office/officeart/2009/3/layout/PhasedProcess"/>
    <dgm:cxn modelId="{8076373F-AE27-4E46-AE6C-51E1F5305203}" type="presParOf" srcId="{1C262378-7BF3-4697-943D-44883BFD748A}" destId="{694399C8-62F2-49B0-9B6B-C62C5CCBB9DA}" srcOrd="3" destOrd="0" presId="urn:microsoft.com/office/officeart/2009/3/layout/PhasedProcess"/>
    <dgm:cxn modelId="{586740DF-A784-4435-8919-A2BECF1FD747}" type="presParOf" srcId="{1C262378-7BF3-4697-943D-44883BFD748A}" destId="{86107ED0-9094-411B-8353-62A080EBD6BA}" srcOrd="4" destOrd="0" presId="urn:microsoft.com/office/officeart/2009/3/layout/PhasedProcess"/>
    <dgm:cxn modelId="{05A96D70-D8F3-43F0-98E5-ADB97825B00D}" type="presParOf" srcId="{1C262378-7BF3-4697-943D-44883BFD748A}" destId="{2FBE3E93-CE33-4B5C-BEDC-6FE7A1D4DFCF}" srcOrd="5" destOrd="0" presId="urn:microsoft.com/office/officeart/2009/3/layout/PhasedProcess"/>
    <dgm:cxn modelId="{D8711A62-3668-4646-8CA1-635617BE02B8}" type="presParOf" srcId="{3BFFA591-1946-42C2-BE54-74EC0F0813AA}" destId="{7F9FD2F2-436B-4A93-8D72-C7CB84204F70}" srcOrd="8" destOrd="0" presId="urn:microsoft.com/office/officeart/2009/3/layout/PhasedProcess"/>
    <dgm:cxn modelId="{883CEA29-6ECE-4209-9C06-FCCA954DF759}" type="presParOf" srcId="{3BFFA591-1946-42C2-BE54-74EC0F0813AA}" destId="{5D19DFD7-FD47-44F6-AAF2-565FA8DE8B19}" srcOrd="9" destOrd="0" presId="urn:microsoft.com/office/officeart/2009/3/layout/Phased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4B4D3F-8777-4104-8AD4-1B14A98FDF96}">
      <dsp:nvSpPr>
        <dsp:cNvPr id="0" name=""/>
        <dsp:cNvSpPr/>
      </dsp:nvSpPr>
      <dsp:spPr>
        <a:xfrm rot="5400000">
          <a:off x="1510407" y="1269838"/>
          <a:ext cx="2072057" cy="1922227"/>
        </a:xfrm>
        <a:prstGeom prst="blockArc">
          <a:avLst>
            <a:gd name="adj1" fmla="val 13500000"/>
            <a:gd name="adj2" fmla="val 18900000"/>
            <a:gd name="adj3" fmla="val 496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BF6085-287D-4AA2-99D5-865FFC9D4439}">
      <dsp:nvSpPr>
        <dsp:cNvPr id="0" name=""/>
        <dsp:cNvSpPr/>
      </dsp:nvSpPr>
      <dsp:spPr>
        <a:xfrm rot="16200000">
          <a:off x="3282598" y="1269065"/>
          <a:ext cx="2331256" cy="1817227"/>
        </a:xfrm>
        <a:prstGeom prst="blockArc">
          <a:avLst>
            <a:gd name="adj1" fmla="val 13500000"/>
            <a:gd name="adj2" fmla="val 18900000"/>
            <a:gd name="adj3" fmla="val 496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706C0-A233-4BB2-ADC3-429EA1E2D1A4}">
      <dsp:nvSpPr>
        <dsp:cNvPr id="0" name=""/>
        <dsp:cNvSpPr/>
      </dsp:nvSpPr>
      <dsp:spPr>
        <a:xfrm>
          <a:off x="3687614" y="3073804"/>
          <a:ext cx="1882192" cy="49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NZ" sz="2100" kern="1200" dirty="0">
              <a:solidFill>
                <a:schemeClr val="bg1"/>
              </a:solidFill>
            </a:rPr>
            <a:t>Data</a:t>
          </a:r>
          <a:r>
            <a:rPr lang="en-NZ" sz="2100" kern="1200" dirty="0"/>
            <a:t> </a:t>
          </a:r>
          <a:r>
            <a:rPr lang="en-NZ" sz="2100" kern="1200" dirty="0">
              <a:solidFill>
                <a:schemeClr val="bg1"/>
              </a:solidFill>
            </a:rPr>
            <a:t>Modelling</a:t>
          </a:r>
        </a:p>
      </dsp:txBody>
      <dsp:txXfrm>
        <a:off x="3687614" y="3073804"/>
        <a:ext cx="1882192" cy="495949"/>
      </dsp:txXfrm>
    </dsp:sp>
    <dsp:sp modelId="{D98C5DDE-B506-4918-95EA-4DA5C8B47251}">
      <dsp:nvSpPr>
        <dsp:cNvPr id="0" name=""/>
        <dsp:cNvSpPr/>
      </dsp:nvSpPr>
      <dsp:spPr>
        <a:xfrm rot="5400000">
          <a:off x="3863603" y="1237619"/>
          <a:ext cx="2072057" cy="1986665"/>
        </a:xfrm>
        <a:prstGeom prst="blockArc">
          <a:avLst>
            <a:gd name="adj1" fmla="val 13500000"/>
            <a:gd name="adj2" fmla="val 18900000"/>
            <a:gd name="adj3" fmla="val 496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219A01-6493-4C5B-8D56-116B0A6415AC}">
      <dsp:nvSpPr>
        <dsp:cNvPr id="0" name=""/>
        <dsp:cNvSpPr/>
      </dsp:nvSpPr>
      <dsp:spPr>
        <a:xfrm rot="16200000">
          <a:off x="5563724" y="1304455"/>
          <a:ext cx="2478952" cy="1781946"/>
        </a:xfrm>
        <a:prstGeom prst="blockArc">
          <a:avLst>
            <a:gd name="adj1" fmla="val 13500000"/>
            <a:gd name="adj2" fmla="val 18900000"/>
            <a:gd name="adj3" fmla="val 496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667092-8435-4F30-BF21-A1F6303655F9}">
      <dsp:nvSpPr>
        <dsp:cNvPr id="0" name=""/>
        <dsp:cNvSpPr/>
      </dsp:nvSpPr>
      <dsp:spPr>
        <a:xfrm>
          <a:off x="5619572" y="3082681"/>
          <a:ext cx="1882192" cy="49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NZ" sz="2100" kern="1200" dirty="0">
              <a:solidFill>
                <a:schemeClr val="bg1"/>
              </a:solidFill>
            </a:rPr>
            <a:t>Next Step</a:t>
          </a:r>
        </a:p>
      </dsp:txBody>
      <dsp:txXfrm>
        <a:off x="5619572" y="3082681"/>
        <a:ext cx="1882192" cy="495949"/>
      </dsp:txXfrm>
    </dsp:sp>
    <dsp:sp modelId="{9C2C97DF-7EA2-4AE1-9A49-A926BEC01E74}">
      <dsp:nvSpPr>
        <dsp:cNvPr id="0" name=""/>
        <dsp:cNvSpPr/>
      </dsp:nvSpPr>
      <dsp:spPr>
        <a:xfrm>
          <a:off x="3759132" y="1593748"/>
          <a:ext cx="1135797" cy="113579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NZ" sz="1000" kern="1200" dirty="0">
              <a:solidFill>
                <a:schemeClr val="bg1"/>
              </a:solidFill>
            </a:rPr>
            <a:t>Data Visualisation</a:t>
          </a:r>
        </a:p>
      </dsp:txBody>
      <dsp:txXfrm>
        <a:off x="3917734" y="1727683"/>
        <a:ext cx="654874" cy="867927"/>
      </dsp:txXfrm>
    </dsp:sp>
    <dsp:sp modelId="{74B86726-0ECD-49BD-BC20-5A63B501B067}">
      <dsp:nvSpPr>
        <dsp:cNvPr id="0" name=""/>
        <dsp:cNvSpPr/>
      </dsp:nvSpPr>
      <dsp:spPr>
        <a:xfrm>
          <a:off x="4632152" y="1593760"/>
          <a:ext cx="1135797" cy="113579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NZ" sz="1000" kern="1200" dirty="0">
              <a:solidFill>
                <a:schemeClr val="bg1"/>
              </a:solidFill>
            </a:rPr>
            <a:t>Testing and Results</a:t>
          </a:r>
        </a:p>
      </dsp:txBody>
      <dsp:txXfrm>
        <a:off x="4954473" y="1727695"/>
        <a:ext cx="654874" cy="867927"/>
      </dsp:txXfrm>
    </dsp:sp>
    <dsp:sp modelId="{7BBDDEA4-EB49-42AE-B53B-882C3F479091}">
      <dsp:nvSpPr>
        <dsp:cNvPr id="0" name=""/>
        <dsp:cNvSpPr/>
      </dsp:nvSpPr>
      <dsp:spPr>
        <a:xfrm>
          <a:off x="1184739" y="1367247"/>
          <a:ext cx="992286" cy="7854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NZ" sz="1000" kern="1200" dirty="0">
              <a:solidFill>
                <a:schemeClr val="bg1"/>
              </a:solidFill>
            </a:rPr>
            <a:t>Importing</a:t>
          </a:r>
        </a:p>
      </dsp:txBody>
      <dsp:txXfrm>
        <a:off x="1330056" y="1482280"/>
        <a:ext cx="701652" cy="555430"/>
      </dsp:txXfrm>
    </dsp:sp>
    <dsp:sp modelId="{F982F70B-FB61-4D14-B17B-7122E62318F2}">
      <dsp:nvSpPr>
        <dsp:cNvPr id="0" name=""/>
        <dsp:cNvSpPr/>
      </dsp:nvSpPr>
      <dsp:spPr>
        <a:xfrm>
          <a:off x="570898" y="2006746"/>
          <a:ext cx="385832" cy="385678"/>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8065A01-21EC-45E4-946C-12BE036E3CCF}">
      <dsp:nvSpPr>
        <dsp:cNvPr id="0" name=""/>
        <dsp:cNvSpPr/>
      </dsp:nvSpPr>
      <dsp:spPr>
        <a:xfrm>
          <a:off x="2351838" y="1535643"/>
          <a:ext cx="224501" cy="22435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94399C8-62F2-49B0-9B6B-C62C5CCBB9DA}">
      <dsp:nvSpPr>
        <dsp:cNvPr id="0" name=""/>
        <dsp:cNvSpPr/>
      </dsp:nvSpPr>
      <dsp:spPr>
        <a:xfrm>
          <a:off x="2335511" y="1759994"/>
          <a:ext cx="992286" cy="7854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NZ" sz="1000" kern="1200" dirty="0">
              <a:solidFill>
                <a:schemeClr val="bg1"/>
              </a:solidFill>
            </a:rPr>
            <a:t>Cleaning</a:t>
          </a:r>
        </a:p>
      </dsp:txBody>
      <dsp:txXfrm>
        <a:off x="2480828" y="1875027"/>
        <a:ext cx="701652" cy="555430"/>
      </dsp:txXfrm>
    </dsp:sp>
    <dsp:sp modelId="{86107ED0-9094-411B-8353-62A080EBD6BA}">
      <dsp:nvSpPr>
        <dsp:cNvPr id="0" name=""/>
        <dsp:cNvSpPr/>
      </dsp:nvSpPr>
      <dsp:spPr>
        <a:xfrm>
          <a:off x="2430449" y="2643847"/>
          <a:ext cx="224501" cy="22435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FBE3E93-CE33-4B5C-BEDC-6FE7A1D4DFCF}">
      <dsp:nvSpPr>
        <dsp:cNvPr id="0" name=""/>
        <dsp:cNvSpPr/>
      </dsp:nvSpPr>
      <dsp:spPr>
        <a:xfrm>
          <a:off x="845593" y="2193713"/>
          <a:ext cx="1517378" cy="78549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NZ" sz="1000" kern="1200" dirty="0">
              <a:solidFill>
                <a:schemeClr val="bg1"/>
              </a:solidFill>
            </a:rPr>
            <a:t>Understanding</a:t>
          </a:r>
        </a:p>
      </dsp:txBody>
      <dsp:txXfrm>
        <a:off x="1067808" y="2308746"/>
        <a:ext cx="1072948" cy="555430"/>
      </dsp:txXfrm>
    </dsp:sp>
    <dsp:sp modelId="{7F9FD2F2-436B-4A93-8D72-C7CB84204F70}">
      <dsp:nvSpPr>
        <dsp:cNvPr id="0" name=""/>
        <dsp:cNvSpPr/>
      </dsp:nvSpPr>
      <dsp:spPr>
        <a:xfrm>
          <a:off x="6085712" y="1760004"/>
          <a:ext cx="976105" cy="83581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NZ" sz="1500" kern="1200" dirty="0"/>
            <a:t>More  Testing</a:t>
          </a:r>
        </a:p>
      </dsp:txBody>
      <dsp:txXfrm>
        <a:off x="6228659" y="1882407"/>
        <a:ext cx="690211" cy="591011"/>
      </dsp:txXfrm>
    </dsp:sp>
    <dsp:sp modelId="{5D19DFD7-FD47-44F6-AAF2-565FA8DE8B19}">
      <dsp:nvSpPr>
        <dsp:cNvPr id="0" name=""/>
        <dsp:cNvSpPr/>
      </dsp:nvSpPr>
      <dsp:spPr>
        <a:xfrm>
          <a:off x="1063423" y="3056049"/>
          <a:ext cx="1882192" cy="49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NZ" sz="2100" kern="1200" dirty="0">
              <a:solidFill>
                <a:schemeClr val="bg1"/>
              </a:solidFill>
            </a:rPr>
            <a:t>Data</a:t>
          </a:r>
        </a:p>
      </dsp:txBody>
      <dsp:txXfrm>
        <a:off x="1063423" y="3056049"/>
        <a:ext cx="1882192" cy="495949"/>
      </dsp:txXfrm>
    </dsp:sp>
  </dsp:spTree>
</dsp:drawing>
</file>

<file path=ppt/diagrams/layout1.xml><?xml version="1.0" encoding="utf-8"?>
<dgm:layoutDef xmlns:dgm="http://schemas.openxmlformats.org/drawingml/2006/diagram" xmlns:a="http://schemas.openxmlformats.org/drawingml/2006/main" uniqueId="urn:microsoft.com/office/officeart/2009/3/layout/PhasedProcess">
  <dgm:title val=""/>
  <dgm:desc val=""/>
  <dgm:catLst>
    <dgm:cat type="process" pri="12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clrData>
  <dgm:layoutNode name="Name0">
    <dgm:varLst>
      <dgm:chMax val="3"/>
      <dgm:chPref val="3"/>
      <dgm:bulletEnabled val="1"/>
      <dgm:dir/>
      <dgm:animLvl val="lvl"/>
    </dgm:varLst>
    <dgm:shape xmlns:r="http://schemas.openxmlformats.org/officeDocument/2006/relationships" r:blip="">
      <dgm:adjLst/>
    </dgm:shape>
    <dgm:choose name="Name1">
      <dgm:if name="Name2" axis="ch" ptType="node" func="cnt" op="gte" val="3">
        <dgm:alg type="composite">
          <dgm:param type="ar" val="2.8316"/>
        </dgm:alg>
        <dgm:choose name="Name3">
          <dgm:if name="Name4"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567"/>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rightChild" refType="w" fact="0.713"/>
              <dgm:constr type="t" for="ch" forName="rightChild" refType="h" fact="0.1934"/>
              <dgm:constr type="w" for="ch" forName="rightChild" refType="w" fact="0.193"/>
              <dgm:constr type="h" for="ch" forName="rightChild" refType="h" fact="0.5464"/>
              <dgm:constr type="l" for="ch" forName="parentText1" refType="w" fact="0.0621"/>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6845"/>
              <dgm:constr type="t" for="ch" forName="parentText3" refType="h" fact="0.8128"/>
              <dgm:constr type="w" for="ch" forName="parentText3" refType="w" fact="0.2509"/>
              <dgm:constr type="h" for="ch" forName="parentText3" refType="h" fact="0.1872"/>
            </dgm:constrLst>
          </dgm:if>
          <dgm:else name="Name5">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72"/>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rightChild" refType="w" fact="0.09"/>
              <dgm:constr type="t" for="ch" forName="rightChild" refType="h" fact="0.1934"/>
              <dgm:constr type="w" for="ch" forName="rightChild" refType="w" fact="0.193"/>
              <dgm:constr type="h" for="ch" forName="rightChild" refType="h" fact="0.5464"/>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parentText1" refType="w" fact="0.7"/>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062"/>
              <dgm:constr type="t" for="ch" forName="parentText3" refType="h" fact="0.8128"/>
              <dgm:constr type="w" for="ch" forName="parentText3" refType="w" fact="0.2509"/>
              <dgm:constr type="h" for="ch" forName="parentText3" refType="h" fact="0.1872"/>
            </dgm:constrLst>
          </dgm:else>
        </dgm:choose>
      </dgm:if>
      <dgm:if name="Name6" axis="ch" ptType="node" func="cnt" op="gte" val="2">
        <dgm:alg type="composite">
          <dgm:param type="ar" val="1.8986"/>
        </dgm:alg>
        <dgm:choose name="Name7">
          <dgm:if name="Name8"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941"/>
              <dgm:constr type="t" for="ch" forName="leftComposite" refType="h" fact="0.1159"/>
              <dgm:constr type="w" for="ch" forName="leftComposite" refType="w" fact="0.3469"/>
              <dgm:constr type="h" for="ch" forName="leftComposite" refType="h" fact="0.6953"/>
              <dgm:constr type="l" for="ch" forName="middleComposite" refType="w" fact="0.5782"/>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1" refType="w" fact="0.0926"/>
              <dgm:constr type="t" for="ch" forName="parentText1" refType="h" fact="0.8128"/>
              <dgm:constr type="w" for="ch" forName="parentText1" refType="w" fact="0.3742"/>
              <dgm:constr type="h" for="ch" forName="parentText1" refType="h" fact="0.1872"/>
              <dgm:constr type="l" for="ch" forName="parentText2" refType="w" fact="0.5655"/>
              <dgm:constr type="t" for="ch" forName="parentText2" refType="h" fact="0.8128"/>
              <dgm:constr type="w" for="ch" forName="parentText2" refType="w" fact="0.3742"/>
              <dgm:constr type="h" for="ch" forName="parentText2" refType="h" fact="0.1872"/>
            </dgm:constrLst>
          </dgm:if>
          <dgm:else name="Name9">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592"/>
              <dgm:constr type="t" for="ch" forName="leftComposite" refType="h" fact="0.1159"/>
              <dgm:constr type="w" for="ch" forName="leftComposite" refType="w" fact="0.3469"/>
              <dgm:constr type="h" for="ch" forName="leftComposite" refType="h" fact="0.6953"/>
              <dgm:constr type="l" for="ch" forName="middleComposite" refType="w" fact="0.0941"/>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2" refType="w" fact="0.0926"/>
              <dgm:constr type="t" for="ch" forName="parentText2" refType="h" fact="0.8128"/>
              <dgm:constr type="w" for="ch" forName="parentText2" refType="w" fact="0.3742"/>
              <dgm:constr type="h" for="ch" forName="parentText2" refType="h" fact="0.1872"/>
              <dgm:constr type="l" for="ch" forName="parentText1" refType="w" fact="0.5655"/>
              <dgm:constr type="t" for="ch" forName="parentText1" refType="h" fact="0.8128"/>
              <dgm:constr type="w" for="ch" forName="parentText1" refType="w" fact="0.3742"/>
              <dgm:constr type="h" for="ch" forName="parentText1" refType="h" fact="0.1872"/>
            </dgm:constrLst>
          </dgm:else>
        </dgm:choose>
      </dgm:if>
      <dgm:else name="Name10">
        <dgm:alg type="composite">
          <dgm:param type="ar" val="0.8036"/>
        </dgm:alg>
        <dgm:constrLst>
          <dgm:constr type="primFontSz" for="des" forName="parentText1" val="65"/>
          <dgm:constr type="primFontSz" for="des" forName="childText1_1" val="65"/>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l" for="ch" forName="leftComposite" refType="w" fact="0"/>
          <dgm:constr type="t" for="ch" forName="leftComposite" refType="h" fact="0.1159"/>
          <dgm:constr type="w" for="ch" forName="leftComposite" refType="w"/>
          <dgm:constr type="h" for="ch" forName="leftComposite" refType="h" fact="0.6953"/>
          <dgm:constr type="l" for="ch" forName="parentText1" refType="w" fact="0"/>
          <dgm:constr type="t" for="ch" forName="parentText1" refType="h" fact="0.8128"/>
          <dgm:constr type="w" for="ch" forName="parentText1" refType="w"/>
          <dgm:constr type="h" for="ch" forName="parentText1" refType="h" fact="0.1872"/>
        </dgm:constrLst>
      </dgm:else>
    </dgm:choose>
    <dgm:choose name="Name11">
      <dgm:if name="Name12" axis="ch" ptType="node" func="cnt" op="gte" val="1">
        <dgm:choose name="Name13">
          <dgm:if name="Name14" axis="ch" ptType="node" func="cnt" op="gte" val="2">
            <dgm:layoutNode name="arc1">
              <dgm:alg type="sp"/>
              <dgm:shape xmlns:r="http://schemas.openxmlformats.org/officeDocument/2006/relationships" rot="90" type="blockArc" r:blip="">
                <dgm:adjLst>
                  <dgm:adj idx="1" val="-135"/>
                  <dgm:adj idx="2" val="-45"/>
                  <dgm:adj idx="3" val="0.0496"/>
                </dgm:adjLst>
              </dgm:shape>
              <dgm:presOf/>
            </dgm:layoutNode>
            <dgm:layoutNode name="arc3">
              <dgm:alg type="sp"/>
              <dgm:shape xmlns:r="http://schemas.openxmlformats.org/officeDocument/2006/relationships" rot="270" type="blockArc" r:blip="">
                <dgm:adjLst>
                  <dgm:adj idx="1" val="-135"/>
                  <dgm:adj idx="2" val="-45"/>
                  <dgm:adj idx="3" val="0.0496"/>
                </dgm:adjLst>
              </dgm:shape>
              <dgm:presOf/>
            </dgm:layoutNode>
            <dgm:layoutNode name="parentText2" styleLbl="revTx">
              <dgm:varLst>
                <dgm:chMax val="4"/>
                <dgm:chPref val="3"/>
                <dgm:bulletEnabled val="1"/>
              </dgm:varLst>
              <dgm:alg type="tx"/>
              <dgm:shape xmlns:r="http://schemas.openxmlformats.org/officeDocument/2006/relationships" type="rect" r:blip="">
                <dgm:adjLst/>
              </dgm:shap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5"/>
        </dgm:choose>
        <dgm:choose name="Name16">
          <dgm:if name="Name17" axis="ch" ptType="node" func="cnt" op="gte" val="3">
            <dgm:layoutNode name="arc2">
              <dgm:alg type="sp"/>
              <dgm:shape xmlns:r="http://schemas.openxmlformats.org/officeDocument/2006/relationships" rot="90" type="blockArc" r:blip="">
                <dgm:adjLst>
                  <dgm:adj idx="1" val="-135"/>
                  <dgm:adj idx="2" val="-45"/>
                  <dgm:adj idx="3" val="0.0496"/>
                </dgm:adjLst>
              </dgm:shape>
              <dgm:presOf/>
            </dgm:layoutNode>
            <dgm:layoutNode name="arc4">
              <dgm:alg type="sp"/>
              <dgm:shape xmlns:r="http://schemas.openxmlformats.org/officeDocument/2006/relationships" rot="270" type="blockArc" r:blip="">
                <dgm:adjLst>
                  <dgm:adj idx="1" val="-135"/>
                  <dgm:adj idx="2" val="-45"/>
                  <dgm:adj idx="3" val="0.0496"/>
                </dgm:adjLst>
              </dgm:shape>
              <dgm:presOf/>
            </dgm:layoutNode>
            <dgm:layoutNode name="parentText3" styleLbl="revTx">
              <dgm:varLst>
                <dgm:chMax val="1"/>
                <dgm:chPref val="1"/>
                <dgm:bulletEnabled val="1"/>
              </dgm:varLst>
              <dgm:alg type="tx"/>
              <dgm:shape xmlns:r="http://schemas.openxmlformats.org/officeDocument/2006/relationships" type="rect" r:blip="">
                <dgm:adjLst/>
              </dgm:shape>
              <dgm:presOf axis="ch 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8"/>
        </dgm:choose>
      </dgm:if>
      <dgm:else name="Name19"/>
    </dgm:choose>
    <dgm:layoutNode name="middleComposite">
      <dgm:choose name="Name20">
        <dgm:if name="Name21" axis="ch ch" ptType="node node" st="2 1" cnt="1 0" func="cnt" op="lte" val="1">
          <dgm:alg type="composite">
            <dgm:param type="ar" val="1"/>
          </dgm:alg>
        </dgm:if>
        <dgm:if name="Name22" axis="ch ch" ptType="node node" st="2 1" cnt="1 0" func="cnt" op="equ" val="2">
          <dgm:alg type="composite">
            <dgm:param type="ar" val="1.792"/>
          </dgm:alg>
        </dgm:if>
        <dgm:if name="Name23" axis="ch ch" ptType="node node" st="2 1" cnt="1 0" func="cnt" op="equ" val="3">
          <dgm:alg type="composite">
            <dgm:param type="ar" val="1"/>
          </dgm:alg>
        </dgm:if>
        <dgm:else name="Name24">
          <dgm:alg type="composite">
            <dgm:param type="ar" val="1"/>
          </dgm:alg>
        </dgm:else>
      </dgm:choose>
      <dgm:shape xmlns:r="http://schemas.openxmlformats.org/officeDocument/2006/relationships" r:blip="">
        <dgm:adjLst/>
      </dgm:shape>
      <dgm:presOf/>
      <dgm:choose name="Name25">
        <dgm:if name="Name26" axis="ch ch" ptType="node node" st="2 1" cnt="1 0" func="cnt" op="lte" val="1">
          <dgm:constrLst>
            <dgm:constr type="ctrX" for="ch" forName="circ1" refType="w" fact="0.5"/>
            <dgm:constr type="ctrY" for="ch" forName="circ1" refType="h" fact="0.5"/>
            <dgm:constr type="w" for="ch" forName="circ1" refType="w"/>
            <dgm:constr type="h" for="ch" forName="circ1" refType="h"/>
            <dgm:constr type="l" for="ch" forName="circ1Tx" refType="w" fact="0.2"/>
            <dgm:constr type="t" for="ch" forName="circ1Tx" refType="h" fact="0.1"/>
            <dgm:constr type="w" for="ch" forName="circ1Tx" refType="w" fact="0.6"/>
            <dgm:constr type="h" for="ch" forName="circ1Tx" refType="h" fact="0.8"/>
          </dgm:constrLst>
        </dgm:if>
        <dgm:if name="Name27" axis="ch ch" ptType="node node" st="2 1" cnt="1 0"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Lst>
        </dgm:if>
        <dgm:if name="Name28" axis="ch ch" ptType="node node" st="2 1" cnt="1 0"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Lst>
        </dgm:if>
        <dgm:else name="Name29">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Lst>
        </dgm:else>
      </dgm:choose>
      <dgm:ruleLst/>
      <dgm:forEach name="Name30" axis="ch ch" ptType="node node" st="2 1" cnt="1 1">
        <dgm:layoutNode name="circ1" styleLbl="vennNode1">
          <dgm:alg type="sp"/>
          <dgm:shape xmlns:r="http://schemas.openxmlformats.org/officeDocument/2006/relationships" type="ellipse" r:blip="">
            <dgm:adjLst/>
          </dgm:shape>
          <dgm:presOf axis="desOrSelf" ptType="node"/>
          <dgm:constrLst/>
          <dgm:ruleLst/>
        </dgm:layoutNode>
        <dgm:layoutNode name="circ1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1" axis="ch ch" ptType="node node" st="2 2" cnt="1 1">
        <dgm:layoutNode name="circ2" styleLbl="vennNode1">
          <dgm:alg type="sp"/>
          <dgm:shape xmlns:r="http://schemas.openxmlformats.org/officeDocument/2006/relationships" type="ellipse" r:blip="">
            <dgm:adjLst/>
          </dgm:shape>
          <dgm:presOf axis="desOrSelf" ptType="node"/>
          <dgm:constrLst/>
          <dgm:ruleLst/>
        </dgm:layoutNode>
        <dgm:layoutNode name="circ2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2" axis="ch ch" ptType="node node" st="2 3" cnt="1 1">
        <dgm:layoutNode name="circ3" styleLbl="vennNode1">
          <dgm:alg type="sp"/>
          <dgm:shape xmlns:r="http://schemas.openxmlformats.org/officeDocument/2006/relationships" type="ellipse" r:blip="">
            <dgm:adjLst/>
          </dgm:shape>
          <dgm:presOf axis="desOrSelf" ptType="node"/>
          <dgm:constrLst/>
          <dgm:ruleLst/>
        </dgm:layoutNode>
        <dgm:layoutNode name="circ3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3" axis="ch ch" ptType="node node" st="2 4" cnt="1 1">
        <dgm:layoutNode name="circ4" styleLbl="vennNode1">
          <dgm:alg type="sp"/>
          <dgm:shape xmlns:r="http://schemas.openxmlformats.org/officeDocument/2006/relationships" type="ellipse" r:blip="">
            <dgm:adjLst/>
          </dgm:shape>
          <dgm:presOf axis="desOrSelf" ptType="nod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layoutNode>
    <dgm:layoutNode name="leftComposite">
      <dgm:choose name="Name34">
        <dgm:if name="Name35" axis="ch ch" ptType="node node" st="1 1" cnt="1 0" func="cnt" op="lte" val="1">
          <dgm:alg type="composite">
            <dgm:param type="ar" val="1.3085"/>
          </dgm:alg>
          <dgm:constrLst>
            <dgm:constr type="l" for="ch" forName="childText1_1" refType="w" fact="0.2124"/>
            <dgm:constr type="t" for="ch" forName="childText1_1" refType="h" fact="0"/>
            <dgm:constr type="w" for="ch" forName="childText1_1" refType="w" fact="0.5759"/>
            <dgm:constr type="h" for="ch" forName="childText1_1" refType="h" fact="0.7535"/>
            <dgm:constr type="l" for="ch" forName="ellipse1" refType="w" fact="0"/>
            <dgm:constr type="t" for="ch" forName="ellipse1" refType="h" fact="0.63"/>
            <dgm:constr type="w" for="ch" forName="ellipse1" refType="w" fact="0.2828"/>
            <dgm:constr type="h" for="ch" forName="ellipse1" refType="h" fact="0.37"/>
            <dgm:constr type="l" for="ch" forName="ellipse2" refType="w" fact="0.82"/>
            <dgm:constr type="t" for="ch" forName="ellipse2" refType="h" fact="0.17"/>
            <dgm:constr type="w" for="ch" forName="ellipse2" refType="w" fact="0.1645"/>
            <dgm:constr type="h" for="ch" forName="ellipse2" refType="h" fact="0.2153"/>
          </dgm:constrLst>
        </dgm:if>
        <dgm:if name="Name36" axis="ch ch" ptType="node node" st="1 1" cnt="1 0" func="cnt" op="equ" val="2">
          <dgm:alg type="composite">
            <dgm:param type="ar" val="0.8917"/>
          </dgm:alg>
          <dgm:constrLst>
            <dgm:constr type="l" for="ch" forName="childText1_1" refType="w" fact="0.1864"/>
            <dgm:constr type="t" for="ch" forName="childText1_1" refType="h" fact="0"/>
            <dgm:constr type="w" for="ch" forName="childText1_1" refType="w" fact="0.5055"/>
            <dgm:constr type="h" for="ch" forName="childText1_1" refType="h" fact="0.4507"/>
            <dgm:constr type="l" for="ch" forName="childText1_2" refType="w" fact="0.4945"/>
            <dgm:constr type="t" for="ch" forName="childText1_2" refType="h" fact="0.3929"/>
            <dgm:constr type="w" for="ch" forName="childText1_2" refType="w" fact="0.5055"/>
            <dgm:constr type="h" for="ch" forName="childText1_2" refType="h" fact="0.4507"/>
            <dgm:constr type="l" for="ch" forName="ellipse1" refType="w" fact="0"/>
            <dgm:constr type="t" for="ch" forName="ellipse1" refType="h" fact="0.3768"/>
            <dgm:constr type="w" for="ch" forName="ellipse1" refType="w" fact="0.2482"/>
            <dgm:constr type="h" for="ch" forName="ellipse1" refType="h" fact="0.2213"/>
            <dgm:constr type="l" for="ch" forName="ellipse3" refType="w" fact="0.5474"/>
            <dgm:constr type="t" for="ch" forName="ellipse3" refType="h" fact="0.8712"/>
            <dgm:constr type="w" for="ch" forName="ellipse3" refType="w" fact="0.1444"/>
            <dgm:constr type="h" for="ch" forName="ellipse3" refType="h" fact="0.1288"/>
            <dgm:constr type="l" for="ch" forName="ellipse2" refType="w" fact="0.7333"/>
            <dgm:constr type="t" for="ch" forName="ellipse2" refType="h" fact="0.0887"/>
            <dgm:constr type="w" for="ch" forName="ellipse2" refType="w" fact="0.1444"/>
            <dgm:constr type="h" for="ch" forName="ellipse2" refType="h" fact="0.1288"/>
          </dgm:constrLst>
        </dgm:if>
        <dgm:if name="Name37" axis="ch ch" ptType="node node" st="1 1" cnt="1 0" func="cnt" op="equ" val="3">
          <dgm:alg type="composite">
            <dgm:param type="ar" val="1.0811"/>
          </dgm:alg>
          <dgm:constrLst>
            <dgm:constr type="l" for="ch" forName="childText1_3" refType="w" fact="0.1649"/>
            <dgm:constr type="t" for="ch" forName="childText1_3" refType="h" fact="0.5389"/>
            <dgm:constr type="w" for="ch" forName="childText1_3" refType="w" fact="0.4265"/>
            <dgm:constr type="h" for="ch" forName="childText1_3" refType="h" fact="0.4611"/>
            <dgm:constr type="l" for="ch" forName="childText1_1" refType="w" fact="0.1573"/>
            <dgm:constr type="t" for="ch" forName="childText1_1" refType="h" fact="0"/>
            <dgm:constr type="w" for="ch" forName="childText1_1" refType="w" fact="0.4265"/>
            <dgm:constr type="h" for="ch" forName="childText1_1" refType="h" fact="0.4611"/>
            <dgm:constr type="l" for="ch" forName="childText1_2" refType="w" fact="0.5735"/>
            <dgm:constr type="t" for="ch" forName="childText1_2" refType="h" fact="0.2754"/>
            <dgm:constr type="w" for="ch" forName="childText1_2" refType="w" fact="0.4265"/>
            <dgm:constr type="h" for="ch" forName="childText1_2" refType="h" fact="0.4611"/>
            <dgm:constr type="l" for="ch" forName="ellipse1" refType="w" fact="0"/>
            <dgm:constr type="t" for="ch" forName="ellipse1" refType="h" fact="0.3855"/>
            <dgm:constr type="w" for="ch" forName="ellipse1" refType="w" fact="0.2095"/>
            <dgm:constr type="h" for="ch" forName="ellipse1" refType="h" fact="0.2264"/>
            <dgm:constr type="l" for="ch" forName="ellipse3" refType="w" fact="0.6181"/>
            <dgm:constr type="t" for="ch" forName="ellipse3" refType="h" fact="0.7647"/>
            <dgm:constr type="w" for="ch" forName="ellipse3" refType="w" fact="0.1219"/>
            <dgm:constr type="h" for="ch" forName="ellipse3" refType="h" fact="0.1317"/>
            <dgm:constr type="l" for="ch" forName="ellipse2" refType="w" fact="0.6188"/>
            <dgm:constr type="t" for="ch" forName="ellipse2" refType="h" fact="0.0907"/>
            <dgm:constr type="w" for="ch" forName="ellipse2" refType="w" fact="0.1219"/>
            <dgm:constr type="h" for="ch" forName="ellipse2" refType="h" fact="0.1317"/>
          </dgm:constrLst>
        </dgm:if>
        <dgm:else name="Name38">
          <dgm:alg type="composite">
            <dgm:param type="ar" val="0.9472"/>
          </dgm:alg>
          <dgm:constrLst>
            <dgm:constr type="l" for="ch" forName="childText1_3" refType="w" fact="0"/>
            <dgm:constr type="t" for="ch" forName="childText1_3" refType="h" fact="0.6035"/>
            <dgm:constr type="w" for="ch" forName="childText1_3" refType="w" fact="0.4186"/>
            <dgm:constr type="h" for="ch" forName="childText1_3" refType="h" fact="0.3965"/>
            <dgm:constr type="l" for="ch" forName="childText1_1" refType="w" fact="0.0981"/>
            <dgm:constr type="t" for="ch" forName="childText1_1" refType="h" fact="0"/>
            <dgm:constr type="w" for="ch" forName="childText1_1" refType="w" fact="0.4186"/>
            <dgm:constr type="h" for="ch" forName="childText1_1" refType="h" fact="0.3965"/>
            <dgm:constr type="l" for="ch" forName="childText1_2" refType="w" fact="0.5385"/>
            <dgm:constr type="t" for="ch" forName="childText1_2" refType="h" fact="0.1304"/>
            <dgm:constr type="w" for="ch" forName="childText1_2" refType="w" fact="0.4186"/>
            <dgm:constr type="h" for="ch" forName="childText1_2" refType="h" fact="0.3965"/>
            <dgm:constr type="l" for="ch" forName="ellipse4" refType="w" fact="0.3222"/>
            <dgm:constr type="t" for="ch" forName="ellipse4" refType="h" fact="0.4232"/>
            <dgm:constr type="w" for="ch" forName="ellipse4" refType="w" fact="0.2056"/>
            <dgm:constr type="h" for="ch" forName="ellipse4" refType="h" fact="0.1947"/>
            <dgm:constr type="l" for="ch" forName="ellipse1" refType="w" fact="0.1489"/>
            <dgm:constr type="t" for="ch" forName="ellipse1" refType="h" fact="0.4502"/>
            <dgm:constr type="w" for="ch" forName="ellipse1" refType="w" fact="0.1196"/>
            <dgm:constr type="h" for="ch" forName="ellipse1" refType="h" fact="0.1133"/>
            <dgm:constr type="l" for="ch" forName="ellipse2" refType="w" fact="0.5384"/>
            <dgm:constr type="t" for="ch" forName="ellipse2" refType="h" fact="0.0124"/>
            <dgm:constr type="w" for="ch" forName="ellipse2" refType="w" fact="0.1196"/>
            <dgm:constr type="h" for="ch" forName="ellipse2" refType="h" fact="0.1133"/>
            <dgm:constr type="l" for="ch" forName="childText1_4" refType="w" fact="0.4625"/>
            <dgm:constr type="t" for="ch" forName="childText1_4" refType="h" fact="0.5719"/>
            <dgm:constr type="w" for="ch" forName="childText1_4" refType="w" fact="0.4186"/>
            <dgm:constr type="h" for="ch" forName="childText1_4" refType="h" fact="0.3965"/>
            <dgm:constr type="l" for="ch" forName="ellipse3" refType="w" fact="0.8804"/>
            <dgm:constr type="t" for="ch" forName="ellipse3" refType="h" fact="0.5329"/>
            <dgm:constr type="w" for="ch" forName="ellipse3" refType="w" fact="0.1196"/>
            <dgm:constr type="h" for="ch" forName="ellipse3" refType="h" fact="0.1133"/>
            <dgm:constr type="l" for="ch" forName="ellipse5" refType="w" fact="0.0146"/>
            <dgm:constr type="t" for="ch" forName="ellipse5" refType="h" fact="0.5228"/>
            <dgm:constr type="w" for="ch" forName="ellipse5" refType="w" fact="0.0899"/>
            <dgm:constr type="h" for="ch" forName="ellipse5" refType="h" fact="0.0851"/>
          </dgm:constrLst>
        </dgm:else>
      </dgm:choose>
      <dgm:forEach name="Name39" axis="ch ch" ptType="node node" st="1 1" cnt="1 1">
        <dgm:layoutNode name="childText1_1"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1" styleLbl="vennNode1">
          <dgm:alg type="sp"/>
          <dgm:shape xmlns:r="http://schemas.openxmlformats.org/officeDocument/2006/relationships" type="ellipse" r:blip="">
            <dgm:adjLst/>
          </dgm:shape>
          <dgm:presOf/>
        </dgm:layoutNode>
        <dgm:layoutNode name="ellipse2" styleLbl="vennNode1">
          <dgm:alg type="sp"/>
          <dgm:shape xmlns:r="http://schemas.openxmlformats.org/officeDocument/2006/relationships" type="ellipse" r:blip="">
            <dgm:adjLst/>
          </dgm:shape>
          <dgm:presOf/>
        </dgm:layoutNode>
      </dgm:forEach>
      <dgm:forEach name="Name40" axis="ch ch" ptType="node node" st="1 2" cnt="1 1">
        <dgm:layoutNode name="childText1_2"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3" styleLbl="vennNode1">
          <dgm:alg type="sp"/>
          <dgm:shape xmlns:r="http://schemas.openxmlformats.org/officeDocument/2006/relationships" type="ellipse" r:blip="">
            <dgm:adjLst/>
          </dgm:shape>
          <dgm:presOf/>
        </dgm:layoutNode>
      </dgm:forEach>
      <dgm:forEach name="Name41" axis="ch ch" ptType="node node" st="1 3" cnt="1 1">
        <dgm:layoutNode name="childText1_3"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forEach name="Name42" axis="ch ch" ptType="node node" st="1 4" cnt="1 1">
        <dgm:layoutNode name="childText1_4"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4" styleLbl="vennNode1">
          <dgm:alg type="sp"/>
          <dgm:shape xmlns:r="http://schemas.openxmlformats.org/officeDocument/2006/relationships" type="ellipse" r:blip="">
            <dgm:adjLst/>
          </dgm:shape>
          <dgm:presOf/>
        </dgm:layoutNode>
        <dgm:layoutNode name="ellipse5" styleLbl="vennNode1">
          <dgm:alg type="sp"/>
          <dgm:shape xmlns:r="http://schemas.openxmlformats.org/officeDocument/2006/relationships" type="ellipse" r:blip="">
            <dgm:adjLst/>
          </dgm:shape>
          <dgm:presOf/>
        </dgm:layoutNode>
      </dgm:forEach>
    </dgm:layoutNode>
    <dgm:choose name="Name43">
      <dgm:if name="Name44" axis="ch ch" ptType="node node" st="3 1" cnt="1 0" func="cnt" op="gte" val="1">
        <dgm:layoutNode name="rightChild">
          <dgm:varLst>
            <dgm:chMax val="0"/>
            <dgm:chPref val="0"/>
          </dgm:varLst>
          <dgm:alg type="tx"/>
          <dgm:shape xmlns:r="http://schemas.openxmlformats.org/officeDocument/2006/relationships" type="ellipse" r:blip="">
            <dgm:adjLst/>
          </dgm:shape>
          <dgm:presOf axis="ch des"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5"/>
    </dgm:choose>
    <dgm:layoutNode name="parentText1" styleLbl="revTx">
      <dgm:varLst>
        <dgm:chMax val="4"/>
        <dgm:chPref val="3"/>
        <dgm:bulletEnabled val="1"/>
      </dgm:varLst>
      <dgm:alg type="tx"/>
      <dgm:shape xmlns:r="http://schemas.openxmlformats.org/officeDocument/2006/relationships" type="rect" r:blip="">
        <dgm:adjLst/>
      </dgm:shap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9959E-9D50-24F8-4719-879D9B6FE1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BAA69FE0-CF8C-7579-4169-1A53D4A4C8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E07A060D-F501-CD3E-516D-D7DB7C80873F}"/>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38DCEDBD-1E72-35A9-D6AF-4E3A50FA60E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C9213F4-D557-C400-409F-5FE8A04239BD}"/>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440581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B056-0F9B-4669-A97A-FF1B40FD5126}"/>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407607B-7113-FF8F-F698-A36DA892F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D6A730D-1BAD-C017-137E-73A7B27DDAD0}"/>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8C8BC3E6-631F-D8CF-4607-A01F660FB67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0931919-C401-2B1D-7FDC-1DA5B22530E5}"/>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942998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564C-DB66-37D2-E20F-C42C4328A6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091335F1-0725-AEC4-C697-D4F54BE11C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3E8E01-3734-F3FA-A38B-016994492BB9}"/>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B5D7EBDA-D41F-02D8-8DC5-E34ADED99D2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C7CA86C-D37A-F564-3E95-EEC375184472}"/>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835476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9462A-4D92-9FE0-FD09-23C621F96383}"/>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9391F4DD-E23B-78D9-B267-D796F83711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149E11CB-71EC-A150-6D2C-DD0948700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F1C23BCE-7426-5CC0-F435-DA674FB6A0B5}"/>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6" name="Footer Placeholder 5">
            <a:extLst>
              <a:ext uri="{FF2B5EF4-FFF2-40B4-BE49-F238E27FC236}">
                <a16:creationId xmlns:a16="http://schemas.microsoft.com/office/drawing/2014/main" id="{DF9177BB-B873-FD1D-D5C3-8026949726E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5F5C6F1-C21E-5B55-F73E-F49377740BAA}"/>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239368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2225-60C3-950E-AB01-CE1017CE4DCD}"/>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F1547E66-4C24-489B-C232-711B301BA4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794E9-31A3-B2DD-CFBD-775A8C8E1C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261E943D-8664-9B6A-25DB-8D640118D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677208-114B-7ECF-1DCC-209F3E6D4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B6674751-0196-1C09-6B59-B517D4258A14}"/>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8" name="Footer Placeholder 7">
            <a:extLst>
              <a:ext uri="{FF2B5EF4-FFF2-40B4-BE49-F238E27FC236}">
                <a16:creationId xmlns:a16="http://schemas.microsoft.com/office/drawing/2014/main" id="{F907E25C-74BF-410B-2B40-2D61D6BD81C2}"/>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B8D4E2E5-D0BC-FC18-4951-0F5749DED52C}"/>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180441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C2D2-B228-F6AE-0FBA-6D6B138C6EE9}"/>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6553880-3934-B65A-8040-486F6D1E8BB1}"/>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4" name="Footer Placeholder 3">
            <a:extLst>
              <a:ext uri="{FF2B5EF4-FFF2-40B4-BE49-F238E27FC236}">
                <a16:creationId xmlns:a16="http://schemas.microsoft.com/office/drawing/2014/main" id="{15494F9F-AA0A-B294-71F4-7C1661260134}"/>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B6E5CA4E-1A4B-14C0-44BE-BE952EB228F7}"/>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14642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805037-B961-9129-47D3-081D3484DAE6}"/>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3" name="Footer Placeholder 2">
            <a:extLst>
              <a:ext uri="{FF2B5EF4-FFF2-40B4-BE49-F238E27FC236}">
                <a16:creationId xmlns:a16="http://schemas.microsoft.com/office/drawing/2014/main" id="{12B79D7B-F4F6-19A1-9B51-C61BAFCCB252}"/>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E17C8671-02D8-FB4F-3C6C-98C54AA527D3}"/>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54504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958D-F230-3FEB-4987-226105959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27BC30BF-F370-FAA5-C38B-AD85FF4323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BDB232C5-97CD-5377-2C80-0062F6903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008F5-D47C-223A-234E-C364EBF89C2B}"/>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6" name="Footer Placeholder 5">
            <a:extLst>
              <a:ext uri="{FF2B5EF4-FFF2-40B4-BE49-F238E27FC236}">
                <a16:creationId xmlns:a16="http://schemas.microsoft.com/office/drawing/2014/main" id="{520767B6-3D60-EC96-303D-4DD2E124574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D9EFC185-8A24-8E4D-9406-E7D1683B2FEC}"/>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307579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37A5-AA84-5414-47F2-892D342C39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0023B918-EBB9-70C6-175C-F5D9AAF7C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54651CD6-FE60-E033-3601-CBB48BC57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11CC67-5B35-6C3D-5C1C-487DF170C38F}"/>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6" name="Footer Placeholder 5">
            <a:extLst>
              <a:ext uri="{FF2B5EF4-FFF2-40B4-BE49-F238E27FC236}">
                <a16:creationId xmlns:a16="http://schemas.microsoft.com/office/drawing/2014/main" id="{B8B25923-7A78-21A7-6F67-20F9927D8AE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D5CA812-86C6-B538-E177-899A574D03D9}"/>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352267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6136-69BE-7A58-C103-92E9A42FD39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A463590-9E85-7BA5-28B6-ED8AD822F4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9B8AECB-B4A2-576A-FE19-811405FAAFA1}"/>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6AB651BC-747E-2177-9113-7C41427ED4B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D9EC49F-1A0A-C297-8DA9-867DCE5B2BD3}"/>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2030606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33AAD-7F95-E0F7-709A-C74B2A78C7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F5E57FC-053C-F33A-8530-DF468D28FA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5BB4246-B686-225D-9A96-372A709EBF4B}"/>
              </a:ext>
            </a:extLst>
          </p:cNvPr>
          <p:cNvSpPr>
            <a:spLocks noGrp="1"/>
          </p:cNvSpPr>
          <p:nvPr>
            <p:ph type="dt" sz="half" idx="10"/>
          </p:nvPr>
        </p:nvSpPr>
        <p:spPr/>
        <p:txBody>
          <a:body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25D65DA5-5B52-1FF0-7867-46E7DB310D4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7605B0C-6301-B257-1DE4-F58DD70B6E60}"/>
              </a:ext>
            </a:extLst>
          </p:cNvPr>
          <p:cNvSpPr>
            <a:spLocks noGrp="1"/>
          </p:cNvSpPr>
          <p:nvPr>
            <p:ph type="sldNum" sz="quarter" idx="12"/>
          </p:nvPr>
        </p:nvSpPr>
        <p:spPr/>
        <p:txBody>
          <a:bodyPr/>
          <a:lstStyle/>
          <a:p>
            <a:fld id="{B332D101-8D21-4CDD-B624-89F92CBEFBFB}" type="slidenum">
              <a:rPr lang="en-NZ" smtClean="0"/>
              <a:t>‹#›</a:t>
            </a:fld>
            <a:endParaRPr lang="en-NZ"/>
          </a:p>
        </p:txBody>
      </p:sp>
    </p:spTree>
    <p:extLst>
      <p:ext uri="{BB962C8B-B14F-4D97-AF65-F5344CB8AC3E}">
        <p14:creationId xmlns:p14="http://schemas.microsoft.com/office/powerpoint/2010/main" val="71104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F8C2D5-6D50-B1E6-2B00-E63F526E0C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35A5A0E1-FF16-EBE8-C9ED-5553564DFE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43705BE-F847-D670-D1C7-1C8AFE054C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DD8B70-7D6D-44ED-92B1-599662F0D2AD}" type="datetimeFigureOut">
              <a:rPr lang="en-NZ" smtClean="0"/>
              <a:t>7/01/2023</a:t>
            </a:fld>
            <a:endParaRPr lang="en-NZ"/>
          </a:p>
        </p:txBody>
      </p:sp>
      <p:sp>
        <p:nvSpPr>
          <p:cNvPr id="5" name="Footer Placeholder 4">
            <a:extLst>
              <a:ext uri="{FF2B5EF4-FFF2-40B4-BE49-F238E27FC236}">
                <a16:creationId xmlns:a16="http://schemas.microsoft.com/office/drawing/2014/main" id="{1C8C82A9-770B-5C70-F812-0B213E36BC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7CC85284-C519-0657-801C-9D155BD19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32D101-8D21-4CDD-B624-89F92CBEFBFB}" type="slidenum">
              <a:rPr lang="en-NZ" smtClean="0"/>
              <a:t>‹#›</a:t>
            </a:fld>
            <a:endParaRPr lang="en-NZ"/>
          </a:p>
        </p:txBody>
      </p:sp>
      <p:sp>
        <p:nvSpPr>
          <p:cNvPr id="8" name="TextBox 7">
            <a:extLst>
              <a:ext uri="{FF2B5EF4-FFF2-40B4-BE49-F238E27FC236}">
                <a16:creationId xmlns:a16="http://schemas.microsoft.com/office/drawing/2014/main" id="{9616ACD7-C93B-759A-ABAC-CBF4245A7EF9}"/>
              </a:ext>
            </a:extLst>
          </p:cNvPr>
          <p:cNvSpPr txBox="1"/>
          <p:nvPr userDrawn="1">
            <p:extLst>
              <p:ext uri="{1162E1C5-73C7-4A58-AE30-91384D911F3F}">
                <p184:classification xmlns:p184="http://schemas.microsoft.com/office/powerpoint/2018/4/main" val="ftr"/>
              </p:ext>
            </p:extLst>
          </p:nvPr>
        </p:nvSpPr>
        <p:spPr>
          <a:xfrm>
            <a:off x="10596563" y="6705600"/>
            <a:ext cx="1652587" cy="152400"/>
          </a:xfrm>
          <a:prstGeom prst="rect">
            <a:avLst/>
          </a:prstGeom>
        </p:spPr>
        <p:txBody>
          <a:bodyPr horzOverflow="overflow" lIns="0" tIns="0" rIns="0" bIns="0">
            <a:spAutoFit/>
          </a:bodyPr>
          <a:lstStyle/>
          <a:p>
            <a:pPr algn="l"/>
            <a:r>
              <a:rPr lang="en-NZ" sz="1000">
                <a:solidFill>
                  <a:srgbClr val="000000"/>
                </a:solidFill>
                <a:latin typeface="Calibri" panose="020F0502020204030204" pitchFamily="34" charset="0"/>
                <a:cs typeface="Calibri" panose="020F0502020204030204" pitchFamily="34" charset="0"/>
              </a:rPr>
              <a:t>Protected: TFNZ Partners Only. </a:t>
            </a:r>
          </a:p>
        </p:txBody>
      </p:sp>
    </p:spTree>
    <p:extLst>
      <p:ext uri="{BB962C8B-B14F-4D97-AF65-F5344CB8AC3E}">
        <p14:creationId xmlns:p14="http://schemas.microsoft.com/office/powerpoint/2010/main" val="602280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56113922-7F86-5BAB-4308-45D6B5CC3325}"/>
              </a:ext>
            </a:extLst>
          </p:cNvPr>
          <p:cNvSpPr>
            <a:spLocks noGrp="1"/>
          </p:cNvSpPr>
          <p:nvPr>
            <p:ph type="ctrTitle"/>
          </p:nvPr>
        </p:nvSpPr>
        <p:spPr>
          <a:xfrm>
            <a:off x="1870997" y="1607809"/>
            <a:ext cx="9236026" cy="2876680"/>
          </a:xfrm>
        </p:spPr>
        <p:txBody>
          <a:bodyPr anchor="b">
            <a:normAutofit/>
          </a:bodyPr>
          <a:lstStyle/>
          <a:p>
            <a:pPr algn="l"/>
            <a:r>
              <a:rPr lang="en-NZ" sz="6600" dirty="0">
                <a:solidFill>
                  <a:srgbClr val="FFFFFF"/>
                </a:solidFill>
              </a:rPr>
              <a:t>Mini Project 1</a:t>
            </a:r>
          </a:p>
        </p:txBody>
      </p:sp>
      <p:sp>
        <p:nvSpPr>
          <p:cNvPr id="3" name="Subtitle 2">
            <a:extLst>
              <a:ext uri="{FF2B5EF4-FFF2-40B4-BE49-F238E27FC236}">
                <a16:creationId xmlns:a16="http://schemas.microsoft.com/office/drawing/2014/main" id="{1BC6228F-2C77-3F5A-979E-B3EF6295C4F4}"/>
              </a:ext>
            </a:extLst>
          </p:cNvPr>
          <p:cNvSpPr>
            <a:spLocks noGrp="1"/>
          </p:cNvSpPr>
          <p:nvPr>
            <p:ph type="subTitle" idx="1"/>
          </p:nvPr>
        </p:nvSpPr>
        <p:spPr>
          <a:xfrm>
            <a:off x="1987499" y="4810308"/>
            <a:ext cx="9003022" cy="1076551"/>
          </a:xfrm>
        </p:spPr>
        <p:txBody>
          <a:bodyPr>
            <a:normAutofit/>
          </a:bodyPr>
          <a:lstStyle/>
          <a:p>
            <a:pPr algn="l"/>
            <a:r>
              <a:rPr lang="en-NZ"/>
              <a:t>Flight Price Predictor</a:t>
            </a:r>
          </a:p>
          <a:p>
            <a:pPr algn="l"/>
            <a:r>
              <a:rPr lang="en-NZ"/>
              <a:t>By : Divendra Raj</a:t>
            </a:r>
          </a:p>
        </p:txBody>
      </p:sp>
    </p:spTree>
    <p:extLst>
      <p:ext uri="{BB962C8B-B14F-4D97-AF65-F5344CB8AC3E}">
        <p14:creationId xmlns:p14="http://schemas.microsoft.com/office/powerpoint/2010/main" val="2273791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Business Context:</a:t>
            </a:r>
            <a:br>
              <a:rPr lang="en-NZ" sz="1800" dirty="0">
                <a:solidFill>
                  <a:srgbClr val="FFFFFF"/>
                </a:solidFill>
              </a:rPr>
            </a:br>
            <a:br>
              <a:rPr lang="en-NZ" sz="1800" dirty="0">
                <a:solidFill>
                  <a:srgbClr val="FFFFFF"/>
                </a:solidFill>
              </a:rPr>
            </a:br>
            <a:r>
              <a:rPr lang="en-NZ" sz="1800" dirty="0">
                <a:solidFill>
                  <a:srgbClr val="FFFFFF"/>
                </a:solidFill>
              </a:rPr>
              <a:t>As you can see from the business prospective selling tickets at highest price as possible and passengers buying tickets at lowest price possible</a:t>
            </a:r>
            <a:br>
              <a:rPr lang="en-NZ" sz="1800" dirty="0">
                <a:solidFill>
                  <a:srgbClr val="FFFFFF"/>
                </a:solidFill>
              </a:rPr>
            </a:br>
            <a:br>
              <a:rPr lang="en-NZ" sz="1800" dirty="0">
                <a:solidFill>
                  <a:srgbClr val="FFFFFF"/>
                </a:solidFill>
              </a:rPr>
            </a:br>
            <a:r>
              <a:rPr lang="en-NZ" sz="1800" dirty="0">
                <a:solidFill>
                  <a:srgbClr val="FFFFFF"/>
                </a:solidFill>
              </a:rPr>
              <a:t>There are some internal and external factors that affects the price when buying tickets</a:t>
            </a: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28" name="Picture 4">
            <a:extLst>
              <a:ext uri="{FF2B5EF4-FFF2-40B4-BE49-F238E27FC236}">
                <a16:creationId xmlns:a16="http://schemas.microsoft.com/office/drawing/2014/main" id="{14568306-301D-D00B-0974-8203797B1FC0}"/>
              </a:ext>
            </a:extLst>
          </p:cNvPr>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5254605" y="1800808"/>
            <a:ext cx="5949950" cy="4353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93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Business Question?</a:t>
            </a:r>
            <a:br>
              <a:rPr lang="en-NZ" sz="1800" dirty="0">
                <a:solidFill>
                  <a:srgbClr val="FFFFFF"/>
                </a:solidFill>
              </a:rPr>
            </a:br>
            <a:br>
              <a:rPr lang="en-NZ" sz="1800" dirty="0">
                <a:solidFill>
                  <a:srgbClr val="FFFFFF"/>
                </a:solidFill>
              </a:rPr>
            </a:br>
            <a:endParaRPr lang="en-NZ" sz="1800" dirty="0">
              <a:solidFill>
                <a:srgbClr val="FFFFFF"/>
              </a:solidFill>
            </a:endParaRP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3D4C54D3-8AAC-27C9-C2DC-952BAF77A6A9}"/>
              </a:ext>
            </a:extLst>
          </p:cNvPr>
          <p:cNvSpPr>
            <a:spLocks noGrp="1"/>
          </p:cNvSpPr>
          <p:nvPr>
            <p:ph idx="1"/>
          </p:nvPr>
        </p:nvSpPr>
        <p:spPr>
          <a:xfrm>
            <a:off x="5661400" y="1825625"/>
            <a:ext cx="5692400" cy="4351338"/>
          </a:xfrm>
        </p:spPr>
        <p:txBody>
          <a:bodyPr/>
          <a:lstStyle/>
          <a:p>
            <a:endParaRPr lang="en-NZ" dirty="0">
              <a:solidFill>
                <a:srgbClr val="FFFFFF"/>
              </a:solidFill>
            </a:endParaRPr>
          </a:p>
          <a:p>
            <a:pPr marL="0" indent="0">
              <a:buNone/>
            </a:pPr>
            <a:r>
              <a:rPr lang="en-NZ" sz="2800" dirty="0">
                <a:solidFill>
                  <a:schemeClr val="bg1"/>
                </a:solidFill>
              </a:rPr>
              <a:t>Does the features/factors really affect the ticket price or passenger pay price by journey?</a:t>
            </a:r>
          </a:p>
          <a:p>
            <a:endParaRPr lang="en-NZ" dirty="0">
              <a:solidFill>
                <a:srgbClr val="FFFFFF"/>
              </a:solidFill>
            </a:endParaRPr>
          </a:p>
          <a:p>
            <a:pPr marL="0" indent="0">
              <a:buNone/>
            </a:pPr>
            <a:endParaRPr lang="en-NZ" sz="2800" dirty="0">
              <a:solidFill>
                <a:srgbClr val="FFFFFF"/>
              </a:solidFill>
            </a:endParaRPr>
          </a:p>
          <a:p>
            <a:endParaRPr lang="en-NZ" dirty="0">
              <a:solidFill>
                <a:srgbClr val="FFFFFF"/>
              </a:solidFill>
            </a:endParaRPr>
          </a:p>
          <a:p>
            <a:pPr algn="just"/>
            <a:endParaRPr lang="en-NZ" sz="2800" dirty="0">
              <a:solidFill>
                <a:srgbClr val="FFFFFF"/>
              </a:solidFill>
            </a:endParaRPr>
          </a:p>
          <a:p>
            <a:endParaRPr lang="en-NZ" dirty="0">
              <a:solidFill>
                <a:srgbClr val="FFFFFF"/>
              </a:solidFill>
            </a:endParaRPr>
          </a:p>
          <a:p>
            <a:endParaRPr lang="en-NZ" dirty="0"/>
          </a:p>
        </p:txBody>
      </p:sp>
    </p:spTree>
    <p:extLst>
      <p:ext uri="{BB962C8B-B14F-4D97-AF65-F5344CB8AC3E}">
        <p14:creationId xmlns:p14="http://schemas.microsoft.com/office/powerpoint/2010/main" val="2987310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Data Pipeline</a:t>
            </a:r>
            <a:br>
              <a:rPr lang="en-NZ" sz="1800" dirty="0">
                <a:solidFill>
                  <a:srgbClr val="FFFFFF"/>
                </a:solidFill>
              </a:rPr>
            </a:br>
            <a:br>
              <a:rPr lang="en-NZ" sz="1800" dirty="0">
                <a:solidFill>
                  <a:srgbClr val="FFFFFF"/>
                </a:solidFill>
              </a:rPr>
            </a:br>
            <a:endParaRPr lang="en-NZ" sz="1800" dirty="0">
              <a:solidFill>
                <a:srgbClr val="FFFFFF"/>
              </a:solidFill>
            </a:endParaRP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aphicFrame>
        <p:nvGraphicFramePr>
          <p:cNvPr id="5" name="Content Placeholder 4">
            <a:extLst>
              <a:ext uri="{FF2B5EF4-FFF2-40B4-BE49-F238E27FC236}">
                <a16:creationId xmlns:a16="http://schemas.microsoft.com/office/drawing/2014/main" id="{E125AEB0-065D-8527-6E1D-429803505701}"/>
              </a:ext>
            </a:extLst>
          </p:cNvPr>
          <p:cNvGraphicFramePr>
            <a:graphicFrameLocks noGrp="1"/>
          </p:cNvGraphicFramePr>
          <p:nvPr>
            <p:ph idx="1"/>
            <p:extLst>
              <p:ext uri="{D42A27DB-BD31-4B8C-83A1-F6EECF244321}">
                <p14:modId xmlns:p14="http://schemas.microsoft.com/office/powerpoint/2010/main" val="3244562688"/>
              </p:ext>
            </p:extLst>
          </p:nvPr>
        </p:nvGraphicFramePr>
        <p:xfrm>
          <a:off x="4323291" y="1669003"/>
          <a:ext cx="7501765" cy="4507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6862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Data Summary</a:t>
            </a:r>
            <a:br>
              <a:rPr lang="en-NZ" sz="1800" dirty="0">
                <a:solidFill>
                  <a:srgbClr val="FFFFFF"/>
                </a:solidFill>
              </a:rPr>
            </a:br>
            <a:br>
              <a:rPr lang="en-NZ" sz="1800" dirty="0">
                <a:solidFill>
                  <a:srgbClr val="FFFFFF"/>
                </a:solidFill>
              </a:rPr>
            </a:br>
            <a:endParaRPr lang="en-NZ" sz="1800" dirty="0">
              <a:solidFill>
                <a:srgbClr val="FFFFFF"/>
              </a:solidFill>
            </a:endParaRP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8EB32591-E615-45D6-99E3-FD02240C1F59}"/>
              </a:ext>
            </a:extLst>
          </p:cNvPr>
          <p:cNvSpPr>
            <a:spLocks noGrp="1"/>
          </p:cNvSpPr>
          <p:nvPr>
            <p:ph idx="1"/>
          </p:nvPr>
        </p:nvSpPr>
        <p:spPr>
          <a:xfrm>
            <a:off x="5168881" y="1803241"/>
            <a:ext cx="6088247" cy="4351338"/>
          </a:xfrm>
        </p:spPr>
        <p:txBody>
          <a:bodyPr/>
          <a:lstStyle/>
          <a:p>
            <a:pPr marL="0" indent="0">
              <a:buNone/>
            </a:pPr>
            <a:r>
              <a:rPr lang="en-NZ" sz="1800" dirty="0">
                <a:solidFill>
                  <a:schemeClr val="bg1"/>
                </a:solidFill>
              </a:rPr>
              <a:t>-   My data is India’s 2019 flight details csv file sourced from     Kaggle project which has all the features discussed in context</a:t>
            </a:r>
            <a:endParaRPr lang="en-NZ" sz="1400" dirty="0">
              <a:solidFill>
                <a:schemeClr val="bg1"/>
              </a:solidFill>
            </a:endParaRPr>
          </a:p>
          <a:p>
            <a:pPr lvl="1">
              <a:buFontTx/>
              <a:buChar char="-"/>
            </a:pPr>
            <a:r>
              <a:rPr lang="en-NZ" sz="1400" dirty="0">
                <a:solidFill>
                  <a:schemeClr val="bg1"/>
                </a:solidFill>
              </a:rPr>
              <a:t>Different Airlines, Date of Journey, From and To, Total Stops, Departure and Arrival Times, Routes, Duration.</a:t>
            </a:r>
          </a:p>
          <a:p>
            <a:pPr lvl="1">
              <a:buFontTx/>
              <a:buChar char="-"/>
            </a:pPr>
            <a:r>
              <a:rPr lang="en-NZ" sz="1400" dirty="0">
                <a:solidFill>
                  <a:schemeClr val="bg1"/>
                </a:solidFill>
              </a:rPr>
              <a:t>Prices</a:t>
            </a:r>
          </a:p>
          <a:p>
            <a:pPr>
              <a:buFontTx/>
              <a:buChar char="-"/>
            </a:pPr>
            <a:r>
              <a:rPr lang="en-NZ" sz="1800" dirty="0">
                <a:solidFill>
                  <a:schemeClr val="bg1"/>
                </a:solidFill>
              </a:rPr>
              <a:t>Needed some data cleaning and engineering to the feature correlation</a:t>
            </a:r>
          </a:p>
          <a:p>
            <a:pPr lvl="1">
              <a:buFontTx/>
              <a:buChar char="-"/>
            </a:pPr>
            <a:r>
              <a:rPr lang="en-NZ" sz="1400" dirty="0">
                <a:solidFill>
                  <a:schemeClr val="bg1"/>
                </a:solidFill>
              </a:rPr>
              <a:t>Removing NA’s</a:t>
            </a:r>
          </a:p>
          <a:p>
            <a:pPr lvl="1">
              <a:buFontTx/>
              <a:buChar char="-"/>
            </a:pPr>
            <a:r>
              <a:rPr lang="en-NZ" sz="1400" dirty="0">
                <a:solidFill>
                  <a:schemeClr val="bg1"/>
                </a:solidFill>
              </a:rPr>
              <a:t>Converting data to integers </a:t>
            </a:r>
          </a:p>
          <a:p>
            <a:pPr lvl="1">
              <a:buFontTx/>
              <a:buChar char="-"/>
            </a:pPr>
            <a:r>
              <a:rPr lang="en-NZ" sz="1400" dirty="0">
                <a:solidFill>
                  <a:schemeClr val="bg1"/>
                </a:solidFill>
              </a:rPr>
              <a:t>Removing unique values </a:t>
            </a:r>
          </a:p>
          <a:p>
            <a:pPr>
              <a:buFontTx/>
              <a:buChar char="-"/>
            </a:pPr>
            <a:r>
              <a:rPr lang="en-NZ" sz="1800" dirty="0">
                <a:solidFill>
                  <a:schemeClr val="bg1"/>
                </a:solidFill>
              </a:rPr>
              <a:t>Feature of Interest</a:t>
            </a:r>
          </a:p>
          <a:p>
            <a:pPr lvl="1">
              <a:buFontTx/>
              <a:buChar char="-"/>
            </a:pPr>
            <a:r>
              <a:rPr lang="en-NZ" sz="1400" dirty="0">
                <a:solidFill>
                  <a:schemeClr val="bg1"/>
                </a:solidFill>
              </a:rPr>
              <a:t>Dep time </a:t>
            </a:r>
          </a:p>
          <a:p>
            <a:pPr lvl="1">
              <a:buFontTx/>
              <a:buChar char="-"/>
            </a:pPr>
            <a:r>
              <a:rPr lang="en-NZ" sz="1400" dirty="0">
                <a:solidFill>
                  <a:schemeClr val="bg1"/>
                </a:solidFill>
              </a:rPr>
              <a:t>Arrival time   </a:t>
            </a:r>
          </a:p>
          <a:p>
            <a:pPr lvl="1">
              <a:buFontTx/>
              <a:buChar char="-"/>
            </a:pPr>
            <a:r>
              <a:rPr lang="en-NZ" sz="1400" dirty="0">
                <a:solidFill>
                  <a:schemeClr val="bg1"/>
                </a:solidFill>
              </a:rPr>
              <a:t>Duration</a:t>
            </a:r>
          </a:p>
          <a:p>
            <a:pPr lvl="1">
              <a:buFontTx/>
              <a:buChar char="-"/>
            </a:pPr>
            <a:r>
              <a:rPr lang="en-NZ" sz="1400" dirty="0">
                <a:solidFill>
                  <a:schemeClr val="bg1"/>
                </a:solidFill>
              </a:rPr>
              <a:t>Total stop</a:t>
            </a:r>
          </a:p>
        </p:txBody>
      </p:sp>
    </p:spTree>
    <p:extLst>
      <p:ext uri="{BB962C8B-B14F-4D97-AF65-F5344CB8AC3E}">
        <p14:creationId xmlns:p14="http://schemas.microsoft.com/office/powerpoint/2010/main" val="3454825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576446"/>
          </a:xfrm>
        </p:spPr>
        <p:txBody>
          <a:bodyPr anchor="ctr">
            <a:normAutofit fontScale="90000"/>
          </a:bodyPr>
          <a:lstStyle/>
          <a:p>
            <a:pPr marL="0" indent="0">
              <a:buNone/>
            </a:pPr>
            <a:r>
              <a:rPr lang="en-NZ" sz="3400" dirty="0">
                <a:solidFill>
                  <a:srgbClr val="FFFFFF"/>
                </a:solidFill>
              </a:rPr>
              <a:t> </a:t>
            </a:r>
            <a:br>
              <a:rPr lang="en-NZ" sz="3400" dirty="0">
                <a:solidFill>
                  <a:srgbClr val="FFFFFF"/>
                </a:solidFill>
              </a:rPr>
            </a:br>
            <a:br>
              <a:rPr lang="en-NZ" sz="3400" dirty="0">
                <a:solidFill>
                  <a:srgbClr val="FFFFFF"/>
                </a:solidFill>
              </a:rPr>
            </a:br>
            <a:r>
              <a:rPr lang="en-NZ" sz="3600" dirty="0">
                <a:solidFill>
                  <a:srgbClr val="FFFFFF"/>
                </a:solidFill>
              </a:rPr>
              <a:t>Exploratory Data Analysis</a:t>
            </a:r>
            <a:br>
              <a:rPr lang="en-NZ" sz="3400" dirty="0">
                <a:solidFill>
                  <a:srgbClr val="FFFFFF"/>
                </a:solidFill>
              </a:rPr>
            </a:br>
            <a:r>
              <a:rPr lang="en-NZ" sz="3400" dirty="0">
                <a:solidFill>
                  <a:srgbClr val="FFFFFF"/>
                </a:solidFill>
              </a:rPr>
              <a:t>	</a:t>
            </a:r>
            <a:br>
              <a:rPr lang="en-NZ" sz="1800" dirty="0"/>
            </a:br>
            <a:r>
              <a:rPr lang="en-NZ" sz="1800" dirty="0"/>
              <a:t>	</a:t>
            </a:r>
            <a:r>
              <a:rPr lang="en-NZ" sz="1800" dirty="0">
                <a:solidFill>
                  <a:schemeClr val="bg1"/>
                </a:solidFill>
              </a:rPr>
              <a:t> According to the data more people paid fares less 16000</a:t>
            </a:r>
            <a:br>
              <a:rPr lang="en-NZ" sz="1400" dirty="0">
                <a:solidFill>
                  <a:schemeClr val="bg1"/>
                </a:solidFill>
              </a:rPr>
            </a:br>
            <a:br>
              <a:rPr lang="en-NZ" sz="3400" dirty="0">
                <a:solidFill>
                  <a:schemeClr val="bg1"/>
                </a:solidFill>
              </a:rPr>
            </a:br>
            <a:endParaRPr lang="en-NZ" sz="3400" dirty="0">
              <a:solidFill>
                <a:schemeClr val="bg1"/>
              </a:solidFill>
            </a:endParaRPr>
          </a:p>
        </p:txBody>
      </p:sp>
      <p:pic>
        <p:nvPicPr>
          <p:cNvPr id="1028" name="Picture 4">
            <a:extLst>
              <a:ext uri="{FF2B5EF4-FFF2-40B4-BE49-F238E27FC236}">
                <a16:creationId xmlns:a16="http://schemas.microsoft.com/office/drawing/2014/main" id="{495F55D9-3BE2-9DCD-441F-B69157953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653" y="2273574"/>
            <a:ext cx="6698458" cy="4241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77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576446"/>
          </a:xfrm>
        </p:spPr>
        <p:txBody>
          <a:bodyPr anchor="ctr">
            <a:normAutofit fontScale="90000"/>
          </a:bodyPr>
          <a:lstStyle/>
          <a:p>
            <a:pPr marL="0" indent="0">
              <a:buNone/>
            </a:pPr>
            <a:r>
              <a:rPr lang="en-NZ" sz="3400" dirty="0">
                <a:solidFill>
                  <a:srgbClr val="FFFFFF"/>
                </a:solidFill>
              </a:rPr>
              <a:t> </a:t>
            </a:r>
            <a:br>
              <a:rPr lang="en-NZ" sz="3400" dirty="0">
                <a:solidFill>
                  <a:srgbClr val="FFFFFF"/>
                </a:solidFill>
              </a:rPr>
            </a:br>
            <a:br>
              <a:rPr lang="en-NZ" sz="3400" dirty="0">
                <a:solidFill>
                  <a:srgbClr val="FFFFFF"/>
                </a:solidFill>
              </a:rPr>
            </a:br>
            <a:r>
              <a:rPr lang="en-NZ" sz="3600" dirty="0">
                <a:solidFill>
                  <a:srgbClr val="FFFFFF"/>
                </a:solidFill>
              </a:rPr>
              <a:t>Exploratory Data Analysis</a:t>
            </a:r>
            <a:br>
              <a:rPr lang="en-NZ" sz="3400" dirty="0">
                <a:solidFill>
                  <a:srgbClr val="FFFFFF"/>
                </a:solidFill>
              </a:rPr>
            </a:br>
            <a:r>
              <a:rPr lang="en-NZ" sz="3400" dirty="0">
                <a:solidFill>
                  <a:srgbClr val="FFFFFF"/>
                </a:solidFill>
              </a:rPr>
              <a:t>	</a:t>
            </a:r>
            <a:br>
              <a:rPr lang="en-NZ" sz="1800" dirty="0"/>
            </a:br>
            <a:r>
              <a:rPr lang="en-NZ" sz="1800" dirty="0"/>
              <a:t>	</a:t>
            </a:r>
            <a:r>
              <a:rPr lang="en-NZ" sz="1800" dirty="0">
                <a:solidFill>
                  <a:schemeClr val="bg1"/>
                </a:solidFill>
              </a:rPr>
              <a:t> According to the data more people travelled out of Delhi than other cities</a:t>
            </a:r>
            <a:br>
              <a:rPr lang="en-NZ" sz="1400" dirty="0">
                <a:solidFill>
                  <a:schemeClr val="bg1"/>
                </a:solidFill>
              </a:rPr>
            </a:br>
            <a:br>
              <a:rPr lang="en-NZ" sz="3400" dirty="0">
                <a:solidFill>
                  <a:schemeClr val="bg1"/>
                </a:solidFill>
              </a:rPr>
            </a:br>
            <a:endParaRPr lang="en-NZ" sz="3400" dirty="0">
              <a:solidFill>
                <a:schemeClr val="bg1"/>
              </a:solidFill>
            </a:endParaRPr>
          </a:p>
        </p:txBody>
      </p:sp>
      <p:pic>
        <p:nvPicPr>
          <p:cNvPr id="1026" name="Picture 2">
            <a:extLst>
              <a:ext uri="{FF2B5EF4-FFF2-40B4-BE49-F238E27FC236}">
                <a16:creationId xmlns:a16="http://schemas.microsoft.com/office/drawing/2014/main" id="{5764E08F-F8B7-5B26-1629-CA383082B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590" y="2986632"/>
            <a:ext cx="8656476" cy="30534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C725F1-85EB-6540-C052-1F30D9C5C529}"/>
              </a:ext>
            </a:extLst>
          </p:cNvPr>
          <p:cNvSpPr txBox="1"/>
          <p:nvPr/>
        </p:nvSpPr>
        <p:spPr>
          <a:xfrm>
            <a:off x="3958541" y="6079726"/>
            <a:ext cx="5000263" cy="369332"/>
          </a:xfrm>
          <a:prstGeom prst="rect">
            <a:avLst/>
          </a:prstGeom>
          <a:noFill/>
        </p:spPr>
        <p:txBody>
          <a:bodyPr wrap="square" rtlCol="0">
            <a:spAutoFit/>
          </a:bodyPr>
          <a:lstStyle/>
          <a:p>
            <a:r>
              <a:rPr lang="en-NZ" dirty="0"/>
              <a:t>Number of Travellers</a:t>
            </a:r>
          </a:p>
        </p:txBody>
      </p:sp>
      <p:sp>
        <p:nvSpPr>
          <p:cNvPr id="6" name="TextBox 5">
            <a:extLst>
              <a:ext uri="{FF2B5EF4-FFF2-40B4-BE49-F238E27FC236}">
                <a16:creationId xmlns:a16="http://schemas.microsoft.com/office/drawing/2014/main" id="{0AC4F22B-7DF3-1831-5F70-EFAC72659331}"/>
              </a:ext>
            </a:extLst>
          </p:cNvPr>
          <p:cNvSpPr txBox="1"/>
          <p:nvPr/>
        </p:nvSpPr>
        <p:spPr>
          <a:xfrm>
            <a:off x="3958541" y="2472267"/>
            <a:ext cx="5399948" cy="372533"/>
          </a:xfrm>
          <a:prstGeom prst="rect">
            <a:avLst/>
          </a:prstGeom>
          <a:noFill/>
        </p:spPr>
        <p:txBody>
          <a:bodyPr wrap="square" rtlCol="0">
            <a:spAutoFit/>
          </a:bodyPr>
          <a:lstStyle/>
          <a:p>
            <a:r>
              <a:rPr lang="en-NZ" dirty="0"/>
              <a:t>Number of Travellers by Different Cities</a:t>
            </a:r>
          </a:p>
        </p:txBody>
      </p:sp>
    </p:spTree>
    <p:extLst>
      <p:ext uri="{BB962C8B-B14F-4D97-AF65-F5344CB8AC3E}">
        <p14:creationId xmlns:p14="http://schemas.microsoft.com/office/powerpoint/2010/main" val="227136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576446"/>
          </a:xfrm>
        </p:spPr>
        <p:txBody>
          <a:bodyPr anchor="ctr">
            <a:normAutofit fontScale="90000"/>
          </a:bodyPr>
          <a:lstStyle/>
          <a:p>
            <a:pPr marL="0" indent="0">
              <a:buNone/>
            </a:pPr>
            <a:r>
              <a:rPr lang="en-NZ" sz="3400" dirty="0">
                <a:solidFill>
                  <a:srgbClr val="FFFFFF"/>
                </a:solidFill>
              </a:rPr>
              <a:t> </a:t>
            </a:r>
            <a:br>
              <a:rPr lang="en-NZ" sz="3400" dirty="0">
                <a:solidFill>
                  <a:srgbClr val="FFFFFF"/>
                </a:solidFill>
              </a:rPr>
            </a:br>
            <a:br>
              <a:rPr lang="en-NZ" sz="3400" dirty="0">
                <a:solidFill>
                  <a:srgbClr val="FFFFFF"/>
                </a:solidFill>
              </a:rPr>
            </a:br>
            <a:r>
              <a:rPr lang="en-NZ" sz="3600" dirty="0">
                <a:solidFill>
                  <a:srgbClr val="FFFFFF"/>
                </a:solidFill>
              </a:rPr>
              <a:t>Exploratory Data Analysis</a:t>
            </a:r>
            <a:br>
              <a:rPr lang="en-NZ" sz="3400" dirty="0">
                <a:solidFill>
                  <a:srgbClr val="FFFFFF"/>
                </a:solidFill>
              </a:rPr>
            </a:br>
            <a:r>
              <a:rPr lang="en-NZ" sz="3400" dirty="0">
                <a:solidFill>
                  <a:srgbClr val="FFFFFF"/>
                </a:solidFill>
              </a:rPr>
              <a:t>	</a:t>
            </a:r>
            <a:r>
              <a:rPr lang="en-NZ" sz="1800" dirty="0">
                <a:solidFill>
                  <a:schemeClr val="bg1"/>
                </a:solidFill>
              </a:rPr>
              <a:t>According to the data more people travelled Jet Airways other Airlines</a:t>
            </a:r>
            <a:br>
              <a:rPr lang="en-NZ" sz="1400" dirty="0">
                <a:solidFill>
                  <a:schemeClr val="bg1"/>
                </a:solidFill>
              </a:rPr>
            </a:br>
            <a:br>
              <a:rPr lang="en-NZ" sz="3400" dirty="0">
                <a:solidFill>
                  <a:schemeClr val="bg1"/>
                </a:solidFill>
              </a:rPr>
            </a:br>
            <a:endParaRPr lang="en-NZ" sz="3400" dirty="0">
              <a:solidFill>
                <a:schemeClr val="bg1"/>
              </a:solidFill>
            </a:endParaRPr>
          </a:p>
        </p:txBody>
      </p:sp>
      <p:sp>
        <p:nvSpPr>
          <p:cNvPr id="5" name="TextBox 4">
            <a:extLst>
              <a:ext uri="{FF2B5EF4-FFF2-40B4-BE49-F238E27FC236}">
                <a16:creationId xmlns:a16="http://schemas.microsoft.com/office/drawing/2014/main" id="{33C725F1-85EB-6540-C052-1F30D9C5C529}"/>
              </a:ext>
            </a:extLst>
          </p:cNvPr>
          <p:cNvSpPr txBox="1"/>
          <p:nvPr/>
        </p:nvSpPr>
        <p:spPr>
          <a:xfrm>
            <a:off x="3958541" y="6079726"/>
            <a:ext cx="5000263" cy="369332"/>
          </a:xfrm>
          <a:prstGeom prst="rect">
            <a:avLst/>
          </a:prstGeom>
          <a:noFill/>
        </p:spPr>
        <p:txBody>
          <a:bodyPr wrap="square" rtlCol="0">
            <a:spAutoFit/>
          </a:bodyPr>
          <a:lstStyle/>
          <a:p>
            <a:r>
              <a:rPr lang="en-NZ" dirty="0"/>
              <a:t>Number of Travellers</a:t>
            </a:r>
          </a:p>
        </p:txBody>
      </p:sp>
      <p:sp>
        <p:nvSpPr>
          <p:cNvPr id="6" name="TextBox 5">
            <a:extLst>
              <a:ext uri="{FF2B5EF4-FFF2-40B4-BE49-F238E27FC236}">
                <a16:creationId xmlns:a16="http://schemas.microsoft.com/office/drawing/2014/main" id="{0AC4F22B-7DF3-1831-5F70-EFAC72659331}"/>
              </a:ext>
            </a:extLst>
          </p:cNvPr>
          <p:cNvSpPr txBox="1"/>
          <p:nvPr/>
        </p:nvSpPr>
        <p:spPr>
          <a:xfrm>
            <a:off x="3958541" y="2472267"/>
            <a:ext cx="5399948" cy="372533"/>
          </a:xfrm>
          <a:prstGeom prst="rect">
            <a:avLst/>
          </a:prstGeom>
          <a:noFill/>
        </p:spPr>
        <p:txBody>
          <a:bodyPr wrap="square" rtlCol="0">
            <a:spAutoFit/>
          </a:bodyPr>
          <a:lstStyle/>
          <a:p>
            <a:r>
              <a:rPr lang="en-NZ" dirty="0"/>
              <a:t>Number of Travellers by Different Airlines</a:t>
            </a:r>
          </a:p>
        </p:txBody>
      </p:sp>
      <p:pic>
        <p:nvPicPr>
          <p:cNvPr id="2050" name="Picture 2">
            <a:extLst>
              <a:ext uri="{FF2B5EF4-FFF2-40B4-BE49-F238E27FC236}">
                <a16:creationId xmlns:a16="http://schemas.microsoft.com/office/drawing/2014/main" id="{679AC1A7-449C-47E2-E4D9-A5D234C6C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58" y="2736451"/>
            <a:ext cx="8639175"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634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257993"/>
          </a:xfrm>
        </p:spPr>
        <p:txBody>
          <a:bodyPr anchor="ctr">
            <a:normAutofit fontScale="90000"/>
          </a:bodyPr>
          <a:lstStyle/>
          <a:p>
            <a:pPr marL="0" indent="0">
              <a:buNone/>
            </a:pPr>
            <a:r>
              <a:rPr lang="en-NZ" sz="3400" dirty="0">
                <a:solidFill>
                  <a:srgbClr val="FFFFFF"/>
                </a:solidFill>
              </a:rPr>
              <a:t> </a:t>
            </a:r>
            <a:br>
              <a:rPr lang="en-NZ" sz="3400" dirty="0">
                <a:solidFill>
                  <a:srgbClr val="FFFFFF"/>
                </a:solidFill>
              </a:rPr>
            </a:br>
            <a:br>
              <a:rPr lang="en-NZ" sz="3400" dirty="0">
                <a:solidFill>
                  <a:srgbClr val="FFFFFF"/>
                </a:solidFill>
              </a:rPr>
            </a:br>
            <a:r>
              <a:rPr lang="en-NZ" sz="3600" dirty="0">
                <a:solidFill>
                  <a:srgbClr val="FFFFFF"/>
                </a:solidFill>
              </a:rPr>
              <a:t>Exploratory Data Analysis</a:t>
            </a:r>
            <a:br>
              <a:rPr lang="en-NZ" sz="3400" dirty="0">
                <a:solidFill>
                  <a:srgbClr val="FFFFFF"/>
                </a:solidFill>
              </a:rPr>
            </a:br>
            <a:r>
              <a:rPr lang="en-NZ" sz="3400" dirty="0">
                <a:solidFill>
                  <a:srgbClr val="FFFFFF"/>
                </a:solidFill>
              </a:rPr>
              <a:t>	</a:t>
            </a:r>
            <a:r>
              <a:rPr lang="en-NZ" sz="1800" dirty="0">
                <a:solidFill>
                  <a:schemeClr val="bg1"/>
                </a:solidFill>
              </a:rPr>
              <a:t>According to the data more people travelled Jet Airways other Airlines</a:t>
            </a:r>
            <a:br>
              <a:rPr lang="en-NZ" sz="1400" dirty="0">
                <a:solidFill>
                  <a:schemeClr val="bg1"/>
                </a:solidFill>
              </a:rPr>
            </a:br>
            <a:br>
              <a:rPr lang="en-NZ" sz="3400" dirty="0">
                <a:solidFill>
                  <a:schemeClr val="bg1"/>
                </a:solidFill>
              </a:rPr>
            </a:br>
            <a:endParaRPr lang="en-NZ" sz="3400" dirty="0">
              <a:solidFill>
                <a:schemeClr val="bg1"/>
              </a:solidFill>
            </a:endParaRPr>
          </a:p>
        </p:txBody>
      </p:sp>
      <p:pic>
        <p:nvPicPr>
          <p:cNvPr id="3078" name="Picture 6">
            <a:extLst>
              <a:ext uri="{FF2B5EF4-FFF2-40B4-BE49-F238E27FC236}">
                <a16:creationId xmlns:a16="http://schemas.microsoft.com/office/drawing/2014/main" id="{85C534C1-FC32-5E7C-4B56-03834D9D9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2540" y="2518294"/>
            <a:ext cx="9326919" cy="428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161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576446"/>
          </a:xfrm>
        </p:spPr>
        <p:txBody>
          <a:bodyPr anchor="ctr">
            <a:normAutofit fontScale="90000"/>
          </a:bodyPr>
          <a:lstStyle/>
          <a:p>
            <a:r>
              <a:rPr lang="en-NZ" sz="3400" dirty="0">
                <a:solidFill>
                  <a:srgbClr val="FFFFFF"/>
                </a:solidFill>
              </a:rPr>
              <a:t> </a:t>
            </a:r>
            <a:br>
              <a:rPr lang="en-NZ" sz="3400" dirty="0">
                <a:solidFill>
                  <a:srgbClr val="FFFFFF"/>
                </a:solidFill>
              </a:rPr>
            </a:br>
            <a:r>
              <a:rPr lang="en-NZ" sz="3600" dirty="0">
                <a:solidFill>
                  <a:srgbClr val="FFFFFF"/>
                </a:solidFill>
              </a:rPr>
              <a:t>Data Visualisation </a:t>
            </a:r>
            <a:br>
              <a:rPr lang="en-NZ" sz="3400" dirty="0">
                <a:solidFill>
                  <a:srgbClr val="FFFFFF"/>
                </a:solidFill>
              </a:rPr>
            </a:br>
            <a:r>
              <a:rPr lang="en-NZ" sz="3400" dirty="0">
                <a:solidFill>
                  <a:schemeClr val="bg1"/>
                </a:solidFill>
              </a:rPr>
              <a:t>  </a:t>
            </a:r>
            <a:r>
              <a:rPr lang="en-NZ" sz="1800" dirty="0">
                <a:solidFill>
                  <a:schemeClr val="bg1"/>
                </a:solidFill>
              </a:rPr>
              <a:t>-People not only higher price for long distance but also for short distance travel</a:t>
            </a:r>
            <a:br>
              <a:rPr lang="en-NZ" sz="3400" dirty="0">
                <a:solidFill>
                  <a:srgbClr val="FFFFFF"/>
                </a:solidFill>
              </a:rPr>
            </a:br>
            <a:endParaRPr lang="en-NZ" sz="3400" dirty="0">
              <a:solidFill>
                <a:srgbClr val="FFFFFF"/>
              </a:solidFill>
            </a:endParaRPr>
          </a:p>
        </p:txBody>
      </p:sp>
      <p:pic>
        <p:nvPicPr>
          <p:cNvPr id="4098" name="Picture 2">
            <a:extLst>
              <a:ext uri="{FF2B5EF4-FFF2-40B4-BE49-F238E27FC236}">
                <a16:creationId xmlns:a16="http://schemas.microsoft.com/office/drawing/2014/main" id="{8BC445DA-40E3-F88D-EA9C-C20424C8B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469" y="2887626"/>
            <a:ext cx="6820677" cy="37184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029CA2-2716-F4B6-0B82-A1DA4B8CA0BE}"/>
              </a:ext>
            </a:extLst>
          </p:cNvPr>
          <p:cNvSpPr txBox="1"/>
          <p:nvPr/>
        </p:nvSpPr>
        <p:spPr>
          <a:xfrm>
            <a:off x="3509346" y="2518294"/>
            <a:ext cx="4109156" cy="369332"/>
          </a:xfrm>
          <a:prstGeom prst="rect">
            <a:avLst/>
          </a:prstGeom>
          <a:noFill/>
        </p:spPr>
        <p:txBody>
          <a:bodyPr wrap="square" rtlCol="0">
            <a:spAutoFit/>
          </a:bodyPr>
          <a:lstStyle/>
          <a:p>
            <a:r>
              <a:rPr lang="en-NZ" dirty="0"/>
              <a:t>Scatter plot</a:t>
            </a:r>
            <a:r>
              <a:rPr lang="en-NZ" sz="1800" dirty="0"/>
              <a:t> Price vs Duration</a:t>
            </a:r>
            <a:endParaRPr lang="en-NZ" dirty="0"/>
          </a:p>
        </p:txBody>
      </p:sp>
    </p:spTree>
    <p:extLst>
      <p:ext uri="{BB962C8B-B14F-4D97-AF65-F5344CB8AC3E}">
        <p14:creationId xmlns:p14="http://schemas.microsoft.com/office/powerpoint/2010/main" val="262085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3" name="Rectangle 10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1383564" y="348865"/>
            <a:ext cx="9718111" cy="1576446"/>
          </a:xfrm>
        </p:spPr>
        <p:txBody>
          <a:bodyPr anchor="ctr">
            <a:normAutofit/>
          </a:bodyPr>
          <a:lstStyle/>
          <a:p>
            <a:r>
              <a:rPr lang="en-NZ" sz="3400" dirty="0">
                <a:solidFill>
                  <a:srgbClr val="FFFFFF"/>
                </a:solidFill>
              </a:rPr>
              <a:t> Scatterplot of 2 features : Price vs Total Stops</a:t>
            </a:r>
            <a:br>
              <a:rPr lang="en-NZ" sz="3400" dirty="0">
                <a:solidFill>
                  <a:srgbClr val="FFFFFF"/>
                </a:solidFill>
              </a:rPr>
            </a:br>
            <a:r>
              <a:rPr lang="en-NZ" sz="3400" dirty="0">
                <a:solidFill>
                  <a:srgbClr val="FFFFFF"/>
                </a:solidFill>
              </a:rPr>
              <a:t>	</a:t>
            </a:r>
            <a:r>
              <a:rPr lang="en-NZ" sz="1600" dirty="0">
                <a:solidFill>
                  <a:srgbClr val="FFFFFF"/>
                </a:solidFill>
              </a:rPr>
              <a:t>People turn to pay more price for 1 stop than more stops</a:t>
            </a:r>
            <a:br>
              <a:rPr lang="en-NZ" sz="3400" dirty="0">
                <a:solidFill>
                  <a:srgbClr val="FFFFFF"/>
                </a:solidFill>
              </a:rPr>
            </a:br>
            <a:endParaRPr lang="en-NZ" sz="3400" dirty="0">
              <a:solidFill>
                <a:srgbClr val="FFFFFF"/>
              </a:solidFill>
            </a:endParaRPr>
          </a:p>
        </p:txBody>
      </p:sp>
      <p:graphicFrame>
        <p:nvGraphicFramePr>
          <p:cNvPr id="4" name="Table 3">
            <a:extLst>
              <a:ext uri="{FF2B5EF4-FFF2-40B4-BE49-F238E27FC236}">
                <a16:creationId xmlns:a16="http://schemas.microsoft.com/office/drawing/2014/main" id="{E9C96870-5B3C-1C5A-2149-0050A7C472D7}"/>
              </a:ext>
            </a:extLst>
          </p:cNvPr>
          <p:cNvGraphicFramePr>
            <a:graphicFrameLocks noGrp="1"/>
          </p:cNvGraphicFramePr>
          <p:nvPr>
            <p:extLst>
              <p:ext uri="{D42A27DB-BD31-4B8C-83A1-F6EECF244321}">
                <p14:modId xmlns:p14="http://schemas.microsoft.com/office/powerpoint/2010/main" val="907251307"/>
              </p:ext>
            </p:extLst>
          </p:nvPr>
        </p:nvGraphicFramePr>
        <p:xfrm>
          <a:off x="1068828" y="5091289"/>
          <a:ext cx="10981683" cy="1766110"/>
        </p:xfrm>
        <a:graphic>
          <a:graphicData uri="http://schemas.openxmlformats.org/drawingml/2006/table">
            <a:tbl>
              <a:tblPr/>
              <a:tblGrid>
                <a:gridCol w="736851">
                  <a:extLst>
                    <a:ext uri="{9D8B030D-6E8A-4147-A177-3AD203B41FA5}">
                      <a16:colId xmlns:a16="http://schemas.microsoft.com/office/drawing/2014/main" val="149584374"/>
                    </a:ext>
                  </a:extLst>
                </a:gridCol>
                <a:gridCol w="1109709">
                  <a:extLst>
                    <a:ext uri="{9D8B030D-6E8A-4147-A177-3AD203B41FA5}">
                      <a16:colId xmlns:a16="http://schemas.microsoft.com/office/drawing/2014/main" val="2689736920"/>
                    </a:ext>
                  </a:extLst>
                </a:gridCol>
                <a:gridCol w="825623">
                  <a:extLst>
                    <a:ext uri="{9D8B030D-6E8A-4147-A177-3AD203B41FA5}">
                      <a16:colId xmlns:a16="http://schemas.microsoft.com/office/drawing/2014/main" val="3434489507"/>
                    </a:ext>
                  </a:extLst>
                </a:gridCol>
                <a:gridCol w="870012">
                  <a:extLst>
                    <a:ext uri="{9D8B030D-6E8A-4147-A177-3AD203B41FA5}">
                      <a16:colId xmlns:a16="http://schemas.microsoft.com/office/drawing/2014/main" val="2636269394"/>
                    </a:ext>
                  </a:extLst>
                </a:gridCol>
                <a:gridCol w="949911">
                  <a:extLst>
                    <a:ext uri="{9D8B030D-6E8A-4147-A177-3AD203B41FA5}">
                      <a16:colId xmlns:a16="http://schemas.microsoft.com/office/drawing/2014/main" val="845747883"/>
                    </a:ext>
                  </a:extLst>
                </a:gridCol>
                <a:gridCol w="1482571">
                  <a:extLst>
                    <a:ext uri="{9D8B030D-6E8A-4147-A177-3AD203B41FA5}">
                      <a16:colId xmlns:a16="http://schemas.microsoft.com/office/drawing/2014/main" val="2288867471"/>
                    </a:ext>
                  </a:extLst>
                </a:gridCol>
                <a:gridCol w="878889">
                  <a:extLst>
                    <a:ext uri="{9D8B030D-6E8A-4147-A177-3AD203B41FA5}">
                      <a16:colId xmlns:a16="http://schemas.microsoft.com/office/drawing/2014/main" val="245920816"/>
                    </a:ext>
                  </a:extLst>
                </a:gridCol>
                <a:gridCol w="727970">
                  <a:extLst>
                    <a:ext uri="{9D8B030D-6E8A-4147-A177-3AD203B41FA5}">
                      <a16:colId xmlns:a16="http://schemas.microsoft.com/office/drawing/2014/main" val="1029138077"/>
                    </a:ext>
                  </a:extLst>
                </a:gridCol>
                <a:gridCol w="947692">
                  <a:extLst>
                    <a:ext uri="{9D8B030D-6E8A-4147-A177-3AD203B41FA5}">
                      <a16:colId xmlns:a16="http://schemas.microsoft.com/office/drawing/2014/main" val="2566705944"/>
                    </a:ext>
                  </a:extLst>
                </a:gridCol>
                <a:gridCol w="1174070">
                  <a:extLst>
                    <a:ext uri="{9D8B030D-6E8A-4147-A177-3AD203B41FA5}">
                      <a16:colId xmlns:a16="http://schemas.microsoft.com/office/drawing/2014/main" val="72431942"/>
                    </a:ext>
                  </a:extLst>
                </a:gridCol>
                <a:gridCol w="721314">
                  <a:extLst>
                    <a:ext uri="{9D8B030D-6E8A-4147-A177-3AD203B41FA5}">
                      <a16:colId xmlns:a16="http://schemas.microsoft.com/office/drawing/2014/main" val="2940392204"/>
                    </a:ext>
                  </a:extLst>
                </a:gridCol>
                <a:gridCol w="557071">
                  <a:extLst>
                    <a:ext uri="{9D8B030D-6E8A-4147-A177-3AD203B41FA5}">
                      <a16:colId xmlns:a16="http://schemas.microsoft.com/office/drawing/2014/main" val="1442234625"/>
                    </a:ext>
                  </a:extLst>
                </a:gridCol>
              </a:tblGrid>
              <a:tr h="367600">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dirty="0">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b="1">
                        <a:effectLst/>
                      </a:endParaRPr>
                    </a:p>
                  </a:txBody>
                  <a:tcPr anchor="ctr">
                    <a:lnL>
                      <a:noFill/>
                    </a:lnL>
                    <a:lnR>
                      <a:noFill/>
                    </a:lnR>
                    <a:lnT>
                      <a:noFill/>
                    </a:lnT>
                    <a:lnB>
                      <a:noFill/>
                    </a:lnB>
                  </a:tcPr>
                </a:tc>
                <a:tc>
                  <a:txBody>
                    <a:bodyPr/>
                    <a:lstStyle/>
                    <a:p>
                      <a:endParaRPr lang="en-NZ" sz="1000"/>
                    </a:p>
                  </a:txBody>
                  <a:tcPr>
                    <a:lnL>
                      <a:noFill/>
                    </a:lnL>
                  </a:tcPr>
                </a:tc>
                <a:extLst>
                  <a:ext uri="{0D108BD9-81ED-4DB2-BD59-A6C34878D82A}">
                    <a16:rowId xmlns:a16="http://schemas.microsoft.com/office/drawing/2014/main" val="1801397002"/>
                  </a:ext>
                </a:extLst>
              </a:tr>
              <a:tr h="279702">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B>
                      <a:noFill/>
                    </a:lnB>
                  </a:tcPr>
                </a:tc>
                <a:extLst>
                  <a:ext uri="{0D108BD9-81ED-4DB2-BD59-A6C34878D82A}">
                    <a16:rowId xmlns:a16="http://schemas.microsoft.com/office/drawing/2014/main" val="140977620"/>
                  </a:ext>
                </a:extLst>
              </a:tr>
              <a:tr h="279702">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extLst>
                  <a:ext uri="{0D108BD9-81ED-4DB2-BD59-A6C34878D82A}">
                    <a16:rowId xmlns:a16="http://schemas.microsoft.com/office/drawing/2014/main" val="1374445569"/>
                  </a:ext>
                </a:extLst>
              </a:tr>
              <a:tr h="279702">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extLst>
                  <a:ext uri="{0D108BD9-81ED-4DB2-BD59-A6C34878D82A}">
                    <a16:rowId xmlns:a16="http://schemas.microsoft.com/office/drawing/2014/main" val="805676206"/>
                  </a:ext>
                </a:extLst>
              </a:tr>
              <a:tr h="279702">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extLst>
                  <a:ext uri="{0D108BD9-81ED-4DB2-BD59-A6C34878D82A}">
                    <a16:rowId xmlns:a16="http://schemas.microsoft.com/office/drawing/2014/main" val="3894596879"/>
                  </a:ext>
                </a:extLst>
              </a:tr>
              <a:tr h="279702">
                <a:tc>
                  <a:txBody>
                    <a:bodyPr/>
                    <a:lstStyle/>
                    <a:p>
                      <a:pPr algn="r" fontAlgn="ctr"/>
                      <a:endParaRPr lang="en-NZ" sz="1000" b="1">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a:effectLst/>
                      </a:endParaRPr>
                    </a:p>
                  </a:txBody>
                  <a:tcPr anchor="ctr">
                    <a:lnL>
                      <a:noFill/>
                    </a:lnL>
                    <a:lnR>
                      <a:noFill/>
                    </a:lnR>
                    <a:lnT>
                      <a:noFill/>
                    </a:lnT>
                    <a:lnB>
                      <a:noFill/>
                    </a:lnB>
                  </a:tcPr>
                </a:tc>
                <a:tc>
                  <a:txBody>
                    <a:bodyPr/>
                    <a:lstStyle/>
                    <a:p>
                      <a:pPr algn="r" fontAlgn="ctr"/>
                      <a:endParaRPr lang="en-NZ" sz="1000" dirty="0">
                        <a:effectLst/>
                      </a:endParaRPr>
                    </a:p>
                  </a:txBody>
                  <a:tcPr anchor="ctr">
                    <a:lnL>
                      <a:noFill/>
                    </a:lnL>
                    <a:lnR>
                      <a:noFill/>
                    </a:lnR>
                    <a:lnT>
                      <a:noFill/>
                    </a:lnT>
                    <a:lnB>
                      <a:noFill/>
                    </a:lnB>
                  </a:tcPr>
                </a:tc>
                <a:extLst>
                  <a:ext uri="{0D108BD9-81ED-4DB2-BD59-A6C34878D82A}">
                    <a16:rowId xmlns:a16="http://schemas.microsoft.com/office/drawing/2014/main" val="763712383"/>
                  </a:ext>
                </a:extLst>
              </a:tr>
            </a:tbl>
          </a:graphicData>
        </a:graphic>
      </p:graphicFrame>
      <p:pic>
        <p:nvPicPr>
          <p:cNvPr id="5122" name="Picture 2">
            <a:extLst>
              <a:ext uri="{FF2B5EF4-FFF2-40B4-BE49-F238E27FC236}">
                <a16:creationId xmlns:a16="http://schemas.microsoft.com/office/drawing/2014/main" id="{45DBA057-C851-4875-E16E-24E1D6049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564" y="2887626"/>
            <a:ext cx="7349890" cy="36879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220661-D635-5FDA-36CB-E1A5E1DDE4E1}"/>
              </a:ext>
            </a:extLst>
          </p:cNvPr>
          <p:cNvSpPr txBox="1"/>
          <p:nvPr/>
        </p:nvSpPr>
        <p:spPr>
          <a:xfrm>
            <a:off x="3061996" y="2518294"/>
            <a:ext cx="6152444" cy="369332"/>
          </a:xfrm>
          <a:prstGeom prst="rect">
            <a:avLst/>
          </a:prstGeom>
          <a:noFill/>
        </p:spPr>
        <p:txBody>
          <a:bodyPr wrap="square">
            <a:spAutoFit/>
          </a:bodyPr>
          <a:lstStyle/>
          <a:p>
            <a:pPr algn="ctr"/>
            <a:r>
              <a:rPr lang="en-NZ" dirty="0"/>
              <a:t>Scatter plot for Price vs Total Stops</a:t>
            </a:r>
          </a:p>
        </p:txBody>
      </p:sp>
    </p:spTree>
    <p:extLst>
      <p:ext uri="{BB962C8B-B14F-4D97-AF65-F5344CB8AC3E}">
        <p14:creationId xmlns:p14="http://schemas.microsoft.com/office/powerpoint/2010/main" val="1543394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Hypothesis Testing</a:t>
            </a:r>
            <a:br>
              <a:rPr lang="en-NZ" sz="1800" dirty="0">
                <a:solidFill>
                  <a:srgbClr val="FFFFFF"/>
                </a:solidFill>
              </a:rPr>
            </a:br>
            <a:br>
              <a:rPr lang="en-NZ" sz="1800" dirty="0">
                <a:solidFill>
                  <a:srgbClr val="FFFFFF"/>
                </a:solidFill>
              </a:rPr>
            </a:br>
            <a:endParaRPr lang="en-NZ" sz="1800" dirty="0">
              <a:solidFill>
                <a:srgbClr val="FFFFFF"/>
              </a:solidFill>
            </a:endParaRP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8EB32591-E615-45D6-99E3-FD02240C1F59}"/>
              </a:ext>
            </a:extLst>
          </p:cNvPr>
          <p:cNvSpPr>
            <a:spLocks noGrp="1"/>
          </p:cNvSpPr>
          <p:nvPr>
            <p:ph idx="1"/>
          </p:nvPr>
        </p:nvSpPr>
        <p:spPr>
          <a:xfrm>
            <a:off x="5168881" y="1803241"/>
            <a:ext cx="6088247" cy="4351338"/>
          </a:xfrm>
        </p:spPr>
        <p:txBody>
          <a:bodyPr>
            <a:normAutofit fontScale="92500" lnSpcReduction="10000"/>
          </a:bodyPr>
          <a:lstStyle/>
          <a:p>
            <a:pPr marL="0" indent="0">
              <a:buNone/>
            </a:pPr>
            <a:r>
              <a:rPr lang="en-NZ" sz="1200" dirty="0"/>
              <a:t> </a:t>
            </a:r>
          </a:p>
          <a:p>
            <a:pPr>
              <a:buFontTx/>
              <a:buChar char="-"/>
            </a:pPr>
            <a:r>
              <a:rPr lang="en-NZ" sz="1800" dirty="0"/>
              <a:t>Hypothesis Question</a:t>
            </a:r>
          </a:p>
          <a:p>
            <a:pPr lvl="1">
              <a:buFontTx/>
              <a:buChar char="-"/>
            </a:pPr>
            <a:r>
              <a:rPr lang="en-NZ" sz="1400" dirty="0"/>
              <a:t>H0 – People pay high price for short journey</a:t>
            </a:r>
          </a:p>
          <a:p>
            <a:pPr lvl="1">
              <a:buFontTx/>
              <a:buChar char="-"/>
            </a:pPr>
            <a:r>
              <a:rPr lang="en-NZ" sz="1400" dirty="0"/>
              <a:t>H1 -  Fare price increases for longer journeys </a:t>
            </a:r>
          </a:p>
          <a:p>
            <a:pPr lvl="1">
              <a:buFontTx/>
              <a:buChar char="-"/>
            </a:pPr>
            <a:endParaRPr lang="en-NZ" sz="1400" dirty="0"/>
          </a:p>
          <a:p>
            <a:pPr>
              <a:buFontTx/>
              <a:buChar char="-"/>
            </a:pPr>
            <a:r>
              <a:rPr lang="en-NZ" sz="1800" dirty="0"/>
              <a:t>P-Value &amp; T Test</a:t>
            </a:r>
          </a:p>
          <a:p>
            <a:pPr marL="457200" lvl="1" indent="0">
              <a:buNone/>
            </a:pPr>
            <a:r>
              <a:rPr lang="en-NZ" sz="1400" dirty="0"/>
              <a:t>-    Using the 2 sample got the results    </a:t>
            </a:r>
          </a:p>
          <a:p>
            <a:pPr marL="457200" lvl="1" indent="0">
              <a:buNone/>
            </a:pPr>
            <a:r>
              <a:rPr kumimoji="0" lang="en-US" altLang="en-US" sz="1400" b="0" i="0" u="none" strike="noStrike" cap="none" normalizeH="0" baseline="0" dirty="0">
                <a:ln>
                  <a:noFill/>
                </a:ln>
                <a:solidFill>
                  <a:schemeClr val="tx1"/>
                </a:solidFill>
                <a:effectLst/>
                <a:latin typeface="var(--jp-code-font-family)"/>
              </a:rPr>
              <a:t>t = 3.55842549136334 </a:t>
            </a:r>
          </a:p>
          <a:p>
            <a:pPr marL="457200" lvl="1" indent="0">
              <a:buNone/>
            </a:pPr>
            <a:r>
              <a:rPr kumimoji="0" lang="en-US" altLang="en-US" sz="1400" b="0" i="0" u="none" strike="noStrike" cap="none" normalizeH="0" baseline="0" dirty="0">
                <a:ln>
                  <a:noFill/>
                </a:ln>
                <a:solidFill>
                  <a:schemeClr val="tx1"/>
                </a:solidFill>
                <a:effectLst/>
                <a:latin typeface="var(--jp-code-font-family)"/>
              </a:rPr>
              <a:t>p = 0.0005770356912377275 </a:t>
            </a:r>
          </a:p>
          <a:p>
            <a:pPr marL="457200" lvl="1" indent="0">
              <a:buNone/>
            </a:pPr>
            <a:endParaRPr lang="en-US" altLang="en-US" sz="1400" dirty="0">
              <a:latin typeface="var(--jp-code-font-family)"/>
            </a:endParaRPr>
          </a:p>
          <a:p>
            <a:pPr marL="0" indent="0">
              <a:buNone/>
            </a:pPr>
            <a:r>
              <a:rPr kumimoji="0" lang="en-US" altLang="en-US" sz="1800" b="0" i="0" u="none" strike="noStrike" cap="none" normalizeH="0" baseline="0" dirty="0">
                <a:ln>
                  <a:noFill/>
                </a:ln>
                <a:solidFill>
                  <a:schemeClr val="tx1"/>
                </a:solidFill>
                <a:effectLst/>
                <a:latin typeface="var(--jp-code-font-family)"/>
              </a:rPr>
              <a:t>- Outcome</a:t>
            </a:r>
          </a:p>
          <a:p>
            <a:pPr marL="457200" lvl="1" indent="0">
              <a:buNone/>
            </a:pPr>
            <a:endParaRPr lang="en-US" altLang="en-US" sz="1400" dirty="0">
              <a:latin typeface="var(--jp-code-font-family)"/>
            </a:endParaRPr>
          </a:p>
          <a:p>
            <a:pPr marL="457200" lvl="1" indent="0">
              <a:buNone/>
            </a:pPr>
            <a:r>
              <a:rPr kumimoji="0" lang="en-US" altLang="en-US" sz="1400" b="0" i="0" u="none" strike="noStrike" cap="none" normalizeH="0" baseline="0" dirty="0">
                <a:ln>
                  <a:noFill/>
                </a:ln>
                <a:solidFill>
                  <a:schemeClr val="tx1"/>
                </a:solidFill>
                <a:effectLst/>
                <a:latin typeface="var(--jp-code-font-family)"/>
              </a:rPr>
              <a:t>we rejected our null hypothesis and accepted alternative . </a:t>
            </a:r>
          </a:p>
          <a:p>
            <a:pPr marL="457200" lvl="1" indent="0">
              <a:buNone/>
            </a:pPr>
            <a:endParaRPr kumimoji="0" lang="en-US" altLang="en-US" sz="1400" b="0" i="0" u="none" strike="noStrike" cap="none" normalizeH="0" baseline="0" dirty="0">
              <a:ln>
                <a:noFill/>
              </a:ln>
              <a:solidFill>
                <a:schemeClr val="tx1"/>
              </a:solidFill>
              <a:effectLst/>
              <a:latin typeface="var(--jp-code-font-family)"/>
            </a:endParaRPr>
          </a:p>
          <a:p>
            <a:pPr marL="457200" lvl="1" indent="0">
              <a:buNone/>
            </a:pPr>
            <a:r>
              <a:rPr kumimoji="0" lang="en-US" altLang="en-US" sz="1400" b="0" i="0" u="none" strike="noStrike" cap="none" normalizeH="0" baseline="0" dirty="0">
                <a:ln>
                  <a:noFill/>
                </a:ln>
                <a:solidFill>
                  <a:schemeClr val="tx1"/>
                </a:solidFill>
                <a:effectLst/>
                <a:latin typeface="var(--jp-code-font-family)"/>
              </a:rPr>
              <a:t>Fare price increases for longer </a:t>
            </a:r>
            <a:r>
              <a:rPr lang="en-US" altLang="en-US" sz="1400" dirty="0">
                <a:latin typeface="var(--jp-code-font-family)"/>
              </a:rPr>
              <a:t>journeys</a:t>
            </a:r>
            <a:r>
              <a:rPr kumimoji="0" lang="en-US" altLang="en-US" sz="1400" b="0" i="0" u="none" strike="noStrike" cap="none" normalizeH="0" baseline="0" dirty="0">
                <a:ln>
                  <a:noFill/>
                </a:ln>
                <a:solidFill>
                  <a:schemeClr val="tx1"/>
                </a:solidFill>
                <a:effectLst/>
                <a:latin typeface="var(--jp-code-font-family)"/>
              </a:rPr>
              <a:t>.</a:t>
            </a:r>
            <a:r>
              <a:rPr kumimoji="0" lang="en-US" altLang="en-US" sz="12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lvl="1">
              <a:buFontTx/>
              <a:buChar char="-"/>
            </a:pPr>
            <a:endParaRPr lang="en-NZ" sz="1400" dirty="0"/>
          </a:p>
          <a:p>
            <a:pPr marL="457200" lvl="1" indent="0">
              <a:buNone/>
            </a:pPr>
            <a:r>
              <a:rPr lang="en-NZ" sz="1400" dirty="0"/>
              <a:t> </a:t>
            </a:r>
          </a:p>
          <a:p>
            <a:pPr>
              <a:buFontTx/>
              <a:buChar char="-"/>
            </a:pPr>
            <a:endParaRPr lang="en-NZ" sz="1800" dirty="0"/>
          </a:p>
        </p:txBody>
      </p:sp>
    </p:spTree>
    <p:extLst>
      <p:ext uri="{BB962C8B-B14F-4D97-AF65-F5344CB8AC3E}">
        <p14:creationId xmlns:p14="http://schemas.microsoft.com/office/powerpoint/2010/main" val="3391906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Shape 1045">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0A8346-114B-D47B-2717-51C12AF9247F}"/>
              </a:ext>
            </a:extLst>
          </p:cNvPr>
          <p:cNvSpPr>
            <a:spLocks noGrp="1"/>
          </p:cNvSpPr>
          <p:nvPr>
            <p:ph type="title"/>
          </p:nvPr>
        </p:nvSpPr>
        <p:spPr>
          <a:xfrm>
            <a:off x="934872" y="982272"/>
            <a:ext cx="3388419" cy="4560970"/>
          </a:xfrm>
        </p:spPr>
        <p:txBody>
          <a:bodyPr>
            <a:normAutofit/>
          </a:bodyPr>
          <a:lstStyle/>
          <a:p>
            <a:r>
              <a:rPr lang="en-NZ" sz="1800" dirty="0">
                <a:solidFill>
                  <a:srgbClr val="FFFFFF"/>
                </a:solidFill>
              </a:rPr>
              <a:t>Conclusion</a:t>
            </a:r>
            <a:br>
              <a:rPr lang="en-NZ" sz="1800" dirty="0">
                <a:solidFill>
                  <a:srgbClr val="FFFFFF"/>
                </a:solidFill>
              </a:rPr>
            </a:br>
            <a:br>
              <a:rPr lang="en-NZ" sz="1800" dirty="0">
                <a:solidFill>
                  <a:srgbClr val="FFFFFF"/>
                </a:solidFill>
              </a:rPr>
            </a:br>
            <a:endParaRPr lang="en-NZ" sz="1800" dirty="0">
              <a:solidFill>
                <a:srgbClr val="FFFFFF"/>
              </a:solidFill>
            </a:endParaRPr>
          </a:p>
        </p:txBody>
      </p:sp>
      <p:sp>
        <p:nvSpPr>
          <p:cNvPr id="1048"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Content Placeholder 3">
            <a:extLst>
              <a:ext uri="{FF2B5EF4-FFF2-40B4-BE49-F238E27FC236}">
                <a16:creationId xmlns:a16="http://schemas.microsoft.com/office/drawing/2014/main" id="{8EB32591-E615-45D6-99E3-FD02240C1F59}"/>
              </a:ext>
            </a:extLst>
          </p:cNvPr>
          <p:cNvSpPr>
            <a:spLocks noGrp="1"/>
          </p:cNvSpPr>
          <p:nvPr>
            <p:ph idx="1"/>
          </p:nvPr>
        </p:nvSpPr>
        <p:spPr>
          <a:xfrm>
            <a:off x="5168881" y="1803241"/>
            <a:ext cx="6088247" cy="4351338"/>
          </a:xfrm>
        </p:spPr>
        <p:txBody>
          <a:bodyPr>
            <a:normAutofit fontScale="92500" lnSpcReduction="10000"/>
          </a:bodyPr>
          <a:lstStyle/>
          <a:p>
            <a:pPr marL="0" indent="0">
              <a:buNone/>
            </a:pPr>
            <a:r>
              <a:rPr lang="en-NZ" sz="1200" dirty="0"/>
              <a:t> </a:t>
            </a:r>
          </a:p>
          <a:p>
            <a:pPr marL="0" indent="0">
              <a:buNone/>
            </a:pPr>
            <a:r>
              <a:rPr lang="en-NZ" sz="1400" dirty="0"/>
              <a:t>- </a:t>
            </a:r>
            <a:r>
              <a:rPr lang="en-NZ" sz="1800" dirty="0"/>
              <a:t>Summary</a:t>
            </a:r>
          </a:p>
          <a:p>
            <a:pPr marL="457200" lvl="1" indent="0">
              <a:buNone/>
            </a:pPr>
            <a:r>
              <a:rPr lang="en-NZ" sz="1400" dirty="0"/>
              <a:t>- All the features has got effect on the price of the ticket.</a:t>
            </a:r>
          </a:p>
          <a:p>
            <a:pPr marL="457200" lvl="1" indent="0">
              <a:buNone/>
            </a:pPr>
            <a:endParaRPr lang="en-NZ" sz="1400" dirty="0"/>
          </a:p>
          <a:p>
            <a:pPr marL="457200" lvl="1" indent="0">
              <a:buNone/>
            </a:pPr>
            <a:endParaRPr lang="en-NZ" sz="1400" dirty="0"/>
          </a:p>
          <a:p>
            <a:pPr>
              <a:buFontTx/>
              <a:buChar char="-"/>
            </a:pPr>
            <a:r>
              <a:rPr lang="en-NZ" sz="1800" dirty="0"/>
              <a:t>Next steps</a:t>
            </a:r>
          </a:p>
          <a:p>
            <a:pPr lvl="1">
              <a:buFontTx/>
              <a:buChar char="-"/>
            </a:pPr>
            <a:r>
              <a:rPr lang="en-NZ" sz="1400" dirty="0"/>
              <a:t>There are also some other features that also determine the price like types of in house service, quality and frequency of service, destination and most important is the time when you buy the tickets.</a:t>
            </a:r>
          </a:p>
          <a:p>
            <a:pPr lvl="1">
              <a:buFontTx/>
              <a:buChar char="-"/>
            </a:pPr>
            <a:endParaRPr lang="en-NZ" sz="1400" dirty="0"/>
          </a:p>
          <a:p>
            <a:pPr lvl="1">
              <a:buFontTx/>
              <a:buChar char="-"/>
            </a:pPr>
            <a:r>
              <a:rPr lang="en-NZ" sz="1400" dirty="0"/>
              <a:t> So the next step would be to gather more features and do further analysis.</a:t>
            </a:r>
          </a:p>
          <a:p>
            <a:pPr lvl="1">
              <a:buFontTx/>
              <a:buChar char="-"/>
            </a:pPr>
            <a:endParaRPr lang="en-NZ" sz="1400" dirty="0"/>
          </a:p>
          <a:p>
            <a:pPr lvl="1">
              <a:buFontTx/>
              <a:buChar char="-"/>
            </a:pPr>
            <a:endParaRPr lang="en-NZ" sz="1400" dirty="0"/>
          </a:p>
          <a:p>
            <a:pPr lvl="1">
              <a:buFontTx/>
              <a:buChar char="-"/>
            </a:pPr>
            <a:r>
              <a:rPr lang="en-NZ" sz="1400"/>
              <a:t>Thank You</a:t>
            </a:r>
            <a:endParaRPr lang="en-NZ" sz="1400" dirty="0"/>
          </a:p>
          <a:p>
            <a:pPr lvl="1">
              <a:buFontTx/>
              <a:buChar char="-"/>
            </a:pPr>
            <a:endParaRPr lang="en-NZ" sz="1400" dirty="0"/>
          </a:p>
          <a:p>
            <a:pPr lvl="1">
              <a:buFontTx/>
              <a:buChar char="-"/>
            </a:pPr>
            <a:endParaRPr lang="en-NZ" sz="1400" dirty="0"/>
          </a:p>
          <a:p>
            <a:pPr lvl="1">
              <a:buFontTx/>
              <a:buChar char="-"/>
            </a:pPr>
            <a:endParaRPr lang="en-NZ" sz="1400" dirty="0"/>
          </a:p>
          <a:p>
            <a:pPr marL="457200" lvl="1" indent="0">
              <a:buNone/>
            </a:pPr>
            <a:r>
              <a:rPr lang="en-NZ" sz="1400" dirty="0"/>
              <a:t> </a:t>
            </a:r>
          </a:p>
          <a:p>
            <a:pPr>
              <a:buFontTx/>
              <a:buChar char="-"/>
            </a:pPr>
            <a:endParaRPr lang="en-NZ" sz="1800" dirty="0"/>
          </a:p>
        </p:txBody>
      </p:sp>
    </p:spTree>
    <p:extLst>
      <p:ext uri="{BB962C8B-B14F-4D97-AF65-F5344CB8AC3E}">
        <p14:creationId xmlns:p14="http://schemas.microsoft.com/office/powerpoint/2010/main" val="764441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756</TotalTime>
  <Words>481</Words>
  <Application>Microsoft Office PowerPoint</Application>
  <PresentationFormat>Widescreen</PresentationFormat>
  <Paragraphs>81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var(--jp-code-font-family)</vt:lpstr>
      <vt:lpstr>Office Theme</vt:lpstr>
      <vt:lpstr>Mini Project 1</vt:lpstr>
      <vt:lpstr>Business Context:  As you can see from the business prospective selling tickets at highest price as possible and passengers buying tickets at lowest price possible  There are some internal and external factors that affects the price when buying tickets</vt:lpstr>
      <vt:lpstr>Business Question?  </vt:lpstr>
      <vt:lpstr>Data Pipeline  </vt:lpstr>
      <vt:lpstr>Data Summary  </vt:lpstr>
      <vt:lpstr>   Exploratory Data Analysis     According to the data more people paid fares less 16000  </vt:lpstr>
      <vt:lpstr>   Exploratory Data Analysis     According to the data more people travelled out of Delhi than other cities  </vt:lpstr>
      <vt:lpstr>   Exploratory Data Analysis  According to the data more people travelled Jet Airways other Airlines  </vt:lpstr>
      <vt:lpstr>   Exploratory Data Analysis  According to the data more people travelled Jet Airways other Airlines  </vt:lpstr>
      <vt:lpstr>  Data Visualisation    -People not only higher price for long distance but also for short distance travel </vt:lpstr>
      <vt:lpstr> Scatterplot of 2 features : Price vs Total Stops  People turn to pay more price for 1 stop than more stops </vt:lpstr>
      <vt:lpstr>Hypothesis Testing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Divendra Raj</dc:creator>
  <cp:lastModifiedBy>Divendra Raj</cp:lastModifiedBy>
  <cp:revision>25</cp:revision>
  <dcterms:created xsi:type="dcterms:W3CDTF">2022-12-05T06:11:55Z</dcterms:created>
  <dcterms:modified xsi:type="dcterms:W3CDTF">2023-01-07T01:49:23Z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36198d6-5c69-44b2-a439-b311c8a3ba9e_Enabled">
    <vt:lpwstr>true</vt:lpwstr>
  </property>
  <property fmtid="{D5CDD505-2E9C-101B-9397-08002B2CF9AE}" pid="3" name="MSIP_Label_a36198d6-5c69-44b2-a439-b311c8a3ba9e_SetDate">
    <vt:lpwstr>2022-12-05T06:31:05Z</vt:lpwstr>
  </property>
  <property fmtid="{D5CDD505-2E9C-101B-9397-08002B2CF9AE}" pid="4" name="MSIP_Label_a36198d6-5c69-44b2-a439-b311c8a3ba9e_Method">
    <vt:lpwstr>Standard</vt:lpwstr>
  </property>
  <property fmtid="{D5CDD505-2E9C-101B-9397-08002B2CF9AE}" pid="5" name="MSIP_Label_a36198d6-5c69-44b2-a439-b311c8a3ba9e_Name">
    <vt:lpwstr>Trusted Partners (no RM)</vt:lpwstr>
  </property>
  <property fmtid="{D5CDD505-2E9C-101B-9397-08002B2CF9AE}" pid="6" name="MSIP_Label_a36198d6-5c69-44b2-a439-b311c8a3ba9e_SiteId">
    <vt:lpwstr>ce310dfd-2c96-4708-92cf-0665a23f4549</vt:lpwstr>
  </property>
  <property fmtid="{D5CDD505-2E9C-101B-9397-08002B2CF9AE}" pid="7" name="MSIP_Label_a36198d6-5c69-44b2-a439-b311c8a3ba9e_ActionId">
    <vt:lpwstr>55027e85-7850-49e5-b396-9ae33b5e68de</vt:lpwstr>
  </property>
  <property fmtid="{D5CDD505-2E9C-101B-9397-08002B2CF9AE}" pid="8" name="MSIP_Label_a36198d6-5c69-44b2-a439-b311c8a3ba9e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Protected: TFNZ Partners Only. </vt:lpwstr>
  </property>
</Properties>
</file>